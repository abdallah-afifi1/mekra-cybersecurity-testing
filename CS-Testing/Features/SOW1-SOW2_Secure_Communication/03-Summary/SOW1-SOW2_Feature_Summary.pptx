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SOW1 - SOW2 secure communication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requirement review: feature, workflow, SIQs and test approach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Mekra Vision Controller - SOW2 rear and trailer camera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in one page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DAE8FC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SOW1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camera head with Samsung S5K3B6SA imager. Holds its own key pair in OTP.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97680" y="12801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DAE8FC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1371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SOW2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 with Ambarella CV22FS. Holds the Samsung root public key in OTP and a hardware TRNG.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38160" y="12801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DAE8FC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0" y="1371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SOW2 authenticates SOW1, then protects every frame (AES-CMAC tag) and every command.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testing, system and software. 55 requirements: 25 concept (CS_CONCEPT) and 30 technical (TECH_CS_CONCEPT). SOW2 verifies; SOW1 only responds.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flow: request and response</a:t>
            </a:r>
            <a:endParaRPr lang="en-US" sz="3000" dirty="0"/>
          </a:p>
        </p:txBody>
      </p:sp>
      <p:pic>
        <p:nvPicPr>
          <p:cNvPr id="3" name="Image 0" descr="/home/user/Mekra-cybersecurity-testing/CS-Testing/Features/SOW1-SOW2_Secure_Communication/03-Summary/diagrams/1_Messag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6993" y="1097280"/>
            <a:ext cx="41349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and protocols</a:t>
            </a:r>
            <a:endParaRPr lang="en-US" sz="3000" dirty="0"/>
          </a:p>
        </p:txBody>
      </p:sp>
      <p:pic>
        <p:nvPicPr>
          <p:cNvPr id="3" name="Image 0" descr="/home/user/Mekra-cybersecurity-testing/CS-Testing/Features/SOW1-SOW2_Secure_Communication/03-Summary/diagrams/2_Conn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097280"/>
            <a:ext cx="10250424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data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root key pair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key in SOW2 OTP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the imager signature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key pair (per imager)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in SOW1 OTP, public read over I2C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Device_n; decrypt SSK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SSK (256-bit session key)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SOW2 DRAM, imager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AES-CMAC on frames and commands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from imager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scheme and hash (SRS)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Row_info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with SSK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Imager frame configuration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spec (Bosch v1.0): the first 17 frames carry no tag; each imager has its own key pair.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</a:t>
            </a:r>
            <a:endParaRPr lang="en-US" sz="3000" dirty="0"/>
          </a:p>
        </p:txBody>
      </p:sp>
      <p:pic>
        <p:nvPicPr>
          <p:cNvPr id="3" name="Image 0" descr="/home/user/Mekra-cybersecurity-testing/CS-Testing/Features/SOW1-SOW2_Secure_Communication/03-Summary/diagrams/3_Review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097280"/>
            <a:ext cx="10250424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findings so far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conflict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requirement vs attempts count; SRS MVC-108124 says terminate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9184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01568" y="1371600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counter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in header, 16-bit register: wraps in about 18 min at 60 fps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36208" y="1371600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17 frames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tag; requirements do not say so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70848" y="1371600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position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CMAC byte position not documented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566160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 meaning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SRS: selects scheme and hash; unclear in concept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91840" y="3474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01568" y="3566160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methods not testable as written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3474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3566160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key: programmed once or per flash?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61120" y="3474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0848" y="3566160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 many keys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imager key pair each; not stated in requirements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 status: 87 SIQs, 25 of 25 concept requirements reviewed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1371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SIQs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MVC-119709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frame tag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MVC-107641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RSASSA-PSS with SHA-256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SIQ-4 to rework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MVC-103063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key in OTP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MVC-107642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imager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proposed, SIQ-4/5 to rework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MVC-103053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authentication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MVC-103051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 authentication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MVC-103040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device public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MVC-103057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256-bit SSK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minor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MVC-103042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CSPRNG and TRNG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MVC-103055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 SSK and Row_info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approach</a:t>
            </a:r>
            <a:endParaRPr lang="en-US" sz="3000" dirty="0"/>
          </a:p>
        </p:txBody>
      </p:sp>
      <p:pic>
        <p:nvPicPr>
          <p:cNvPr id="3" name="Image 0" descr="/home/user/Mekra-cybersecurity-testing/CS-Testing/Features/SOW1-SOW2_Secure_Communication/03-Summary/diagrams/4_Test_Appro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322" y="1097280"/>
            <a:ext cx="976230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SIQ-2 wording for MVC-103042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107642 SIQ-4/5 and 107641 SIQ-4 (real camera, fault injection)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agreed SIQs into the SIQ log Excel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Continue: 119710, 103033, 103031, 113705, 113703, 119708, 103046, 103044, 103036, 119714, 113706, 113702, 113701, 119707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30 technical requirements; then the formal review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SOW1-SOW2 secure communication - review summary</dc:title>
  <dc:subject>PptxGenJS Presentation</dc:subject>
  <dc:creator>PptxGenJS</dc:creator>
  <cp:lastModifiedBy>PptxGenJS</cp:lastModifiedBy>
  <cp:revision>1</cp:revision>
  <dcterms:created xsi:type="dcterms:W3CDTF">2026-10-18T13:45:50Z</dcterms:created>
  <dcterms:modified xsi:type="dcterms:W3CDTF">2026-10-18T13:45:50Z</dcterms:modified>
</cp:coreProperties>
</file>