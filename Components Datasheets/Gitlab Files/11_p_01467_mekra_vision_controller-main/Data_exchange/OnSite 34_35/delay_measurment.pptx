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3" r:id="rId2"/>
  </p:sldMasterIdLst>
  <p:notesMasterIdLst>
    <p:notesMasterId r:id="rId12"/>
  </p:notesMasterIdLst>
  <p:sldIdLst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6811" autoAdjust="0"/>
  </p:normalViewPr>
  <p:slideViewPr>
    <p:cSldViewPr snapToGrid="0">
      <p:cViewPr>
        <p:scale>
          <a:sx n="95" d="100"/>
          <a:sy n="95" d="100"/>
        </p:scale>
        <p:origin x="2592" y="15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291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BDAC7-32F2-4DE4-AF56-9BF71B5DC8EE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495993-E169-4433-AF65-79254D61BF6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47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3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1C5E1-D8E9-464D-A93E-CE21651935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4476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676B8-09AE-D15F-8647-D090B3232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B649DE-0221-EC68-34A2-8683C895D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941D9-D3AA-53F1-E626-37FB5DBC0FFC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DCCBE-656E-48BE-AFF2-D1AC7AE94C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1C5E1-D8E9-464D-A93E-CE21651935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7119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79D8A-3B23-EEF1-327C-E93A585B2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590EED-72DC-0308-983A-77B4B4BA5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96188-6D07-7C32-A613-7C92FFA85FDA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BD4C9-9DC1-954F-35B1-BC526540A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1C5E1-D8E9-464D-A93E-CE21651935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8822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50CE9-76F3-1438-D055-5E3B7F886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78CD9-07DC-A48B-A45C-C7C341F84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698AC-7FF0-69FF-16C3-DC8E347360CB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8ACAA-D2B4-5CF4-31A1-1D8AAF9E7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1C5E1-D8E9-464D-A93E-CE21651935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4946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A0BD6-BD84-113E-CA19-C072F5AB8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ADA99-20FD-434E-C83D-317EF38A0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BAB77-1C03-1D0C-06C8-C343DF64446F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EA205-065B-5D82-E6DA-FA6DF4D9D3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1C5E1-D8E9-464D-A93E-CE21651935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9862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5D83C-1F9D-F496-6BBB-45AFE6F60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449FF-BBC0-2C6E-566A-DE8CAB42A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292B5-66AF-A3D3-4EF2-9C660174396B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00FDF-FECD-557F-ADE8-203EABDA95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1C5E1-D8E9-464D-A93E-CE21651935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1069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CBAC1-5414-3847-5C2A-DDD57C542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677DA-78FA-557C-FB9F-8CB64E3C9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AD989-432E-6F19-93BE-568599FA1E66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C2CC2-10B8-E61B-7DF0-5372720C56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1C5E1-D8E9-464D-A93E-CE21651935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46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04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6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7.png"/><Relationship Id="rId7" Type="http://schemas.openxmlformats.org/officeDocument/2006/relationships/image" Target="../media/image5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1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Aaron Groß | Test&amp;Validation | 5.11.2025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28B77-8F4F-47C5-8C32-1355091680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75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Aaron Groß | Test&amp;Validation | 5.11.2025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28B77-8F4F-47C5-8C32-1355091680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70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Aaron Groß | Test&amp;Validation | 5.11.2025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28B77-8F4F-47C5-8C32-1355091680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01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Aaron Groß | Test&amp;Validation | 5.11.2025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28B77-8F4F-47C5-8C32-1355091680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82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Aaron Groß | Test&amp;Validation | 5.11.2025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28B77-8F4F-47C5-8C32-1355091680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70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Aaron Groß | Test&amp;Validation | 5.11.2025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28B77-8F4F-47C5-8C32-1355091680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01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Aaron Groß | Test&amp;Validation | 5.11.2025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28B77-8F4F-47C5-8C32-1355091680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71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Aaron Groß | Test&amp;Validation | 5.11.2025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28B77-8F4F-47C5-8C32-1355091680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70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Aaron Groß | Test&amp;Validation | 5.11.2025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28B77-8F4F-47C5-8C32-1355091680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45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Aaron Groß | Test&amp;Validation | 5.11.2025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28B77-8F4F-47C5-8C32-1355091680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3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Aaron Groß | Test&amp;Validation | 5.11.2025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28B77-8F4F-47C5-8C32-1355091680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555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ad-In slide with Image behind ellip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 picture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6011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endParaRPr lang="de-DE" noProof="0"/>
          </a:p>
        </p:txBody>
      </p:sp>
      <p:sp>
        <p:nvSpPr>
          <p:cNvPr id="20" name="Ellipse 90 Percent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0" cy="686011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endParaRPr lang="de-DE" noProof="0"/>
          </a:p>
        </p:txBody>
      </p:sp>
      <p:sp>
        <p:nvSpPr>
          <p:cNvPr id="6" name="Headline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6350911" y="3374572"/>
            <a:ext cx="5471583" cy="2159608"/>
          </a:xfrm>
          <a:prstGeom prst="rect">
            <a:avLst/>
          </a:prstGeom>
        </p:spPr>
        <p:txBody>
          <a:bodyPr anchor="b"/>
          <a:lstStyle>
            <a:lvl1pPr algn="r"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err="1"/>
              <a:t>click to edit headline</a:t>
            </a:r>
            <a:endParaRPr lang="de-DE"/>
          </a:p>
        </p:txBody>
      </p:sp>
      <p:sp>
        <p:nvSpPr>
          <p:cNvPr id="25" name="Slide Layout"/>
          <p:cNvSpPr/>
          <p:nvPr userDrawn="1"/>
        </p:nvSpPr>
        <p:spPr>
          <a:xfrm>
            <a:off x="-3075719" y="-2127042"/>
            <a:ext cx="7602563" cy="913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Slide Layout: </a:t>
            </a:r>
          </a:p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Lead-In slide with Image behind ellipse</a:t>
            </a:r>
          </a:p>
        </p:txBody>
      </p:sp>
      <p:sp>
        <p:nvSpPr>
          <p:cNvPr id="26" name="Slide Number"/>
          <p:cNvSpPr>
            <a:spLocks noGrp="1"/>
          </p:cNvSpPr>
          <p:nvPr>
            <p:ph type="sldNum" sz="quarter" idx="4"/>
          </p:nvPr>
        </p:nvSpPr>
        <p:spPr>
          <a:xfrm>
            <a:off x="-124026" y="6457478"/>
            <a:ext cx="959457" cy="3472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67">
                <a:solidFill>
                  <a:schemeClr val="bg1"/>
                </a:solidFill>
              </a:defRPr>
            </a:lvl1pPr>
          </a:lstStyle>
          <a:p>
            <a:fld id="{9D50F826-6833-4BC2-8E2F-09FD84D58735}" type="slidenum">
              <a:rPr lang="de-DE" smtClean="0"/>
              <a:t>‹Nr.›</a:t>
            </a:fld>
            <a:endParaRPr lang="de-DE"/>
          </a:p>
        </p:txBody>
      </p:sp>
      <p:sp>
        <p:nvSpPr>
          <p:cNvPr id="28" name="Copyright Bild"/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-956181" y="5534400"/>
            <a:ext cx="2277167" cy="364800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867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e-DE" err="1"/>
              <a:t>image: © name of author </a:t>
            </a:r>
          </a:p>
        </p:txBody>
      </p:sp>
      <p:grpSp>
        <p:nvGrpSpPr>
          <p:cNvPr id="36" name="Change Background Picture"/>
          <p:cNvGrpSpPr/>
          <p:nvPr userDrawn="1"/>
        </p:nvGrpSpPr>
        <p:grpSpPr>
          <a:xfrm>
            <a:off x="-3343563" y="7122266"/>
            <a:ext cx="15606684" cy="1615519"/>
            <a:chOff x="-2507673" y="5341699"/>
            <a:chExt cx="11705013" cy="1211639"/>
          </a:xfrm>
        </p:grpSpPr>
        <p:sp>
          <p:nvSpPr>
            <p:cNvPr id="37" name="Background"/>
            <p:cNvSpPr/>
            <p:nvPr userDrawn="1"/>
          </p:nvSpPr>
          <p:spPr>
            <a:xfrm>
              <a:off x="-2507673" y="5341699"/>
              <a:ext cx="11651673" cy="12053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38" name="Textbox"/>
            <p:cNvSpPr txBox="1"/>
            <p:nvPr userDrawn="1"/>
          </p:nvSpPr>
          <p:spPr>
            <a:xfrm rot="10800000" flipH="1" flipV="1">
              <a:off x="-2114550" y="5490198"/>
              <a:ext cx="2076814" cy="26929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1" i="1" baseline="0" err="1">
                  <a:solidFill>
                    <a:schemeClr val="accent1"/>
                  </a:solidFill>
                  <a:latin typeface="+mn-lt"/>
                </a:rPr>
                <a:t>change background image</a:t>
              </a: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  <p:sp>
          <p:nvSpPr>
            <p:cNvPr id="39" name="Textbox"/>
            <p:cNvSpPr txBox="1"/>
            <p:nvPr userDrawn="1"/>
          </p:nvSpPr>
          <p:spPr>
            <a:xfrm rot="10800000" flipH="1" flipV="1">
              <a:off x="2984202" y="5482747"/>
              <a:ext cx="2013599" cy="36541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0" baseline="0">
                  <a:solidFill>
                    <a:schemeClr val="bg1"/>
                  </a:solidFill>
                  <a:latin typeface="+mn-lt"/>
                </a:rPr>
                <a:t>Deactivate second-to-last image place holder </a:t>
              </a:r>
            </a:p>
          </p:txBody>
        </p:sp>
        <p:sp>
          <p:nvSpPr>
            <p:cNvPr id="40" name="Textbox"/>
            <p:cNvSpPr txBox="1"/>
            <p:nvPr userDrawn="1"/>
          </p:nvSpPr>
          <p:spPr>
            <a:xfrm rot="10800000" flipH="1" flipV="1">
              <a:off x="256299" y="5454748"/>
              <a:ext cx="2309813" cy="65405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Activate selection and view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top </a:t>
              </a:r>
              <a:r>
                <a:rPr lang="de-DE" sz="1467" b="1" baseline="0">
                  <a:solidFill>
                    <a:schemeClr val="bg1"/>
                  </a:solidFill>
                  <a:latin typeface="+mn-lt"/>
                </a:rPr>
                <a:t>Menu</a:t>
              </a: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: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Start →  Edit → Mark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→ Selection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  <p:sp>
          <p:nvSpPr>
            <p:cNvPr id="41" name="Textbox"/>
            <p:cNvSpPr txBox="1"/>
            <p:nvPr userDrawn="1"/>
          </p:nvSpPr>
          <p:spPr>
            <a:xfrm>
              <a:off x="-148564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1</a:t>
              </a:r>
            </a:p>
          </p:txBody>
        </p:sp>
        <p:sp>
          <p:nvSpPr>
            <p:cNvPr id="42" name="Textbox"/>
            <p:cNvSpPr txBox="1"/>
            <p:nvPr userDrawn="1"/>
          </p:nvSpPr>
          <p:spPr>
            <a:xfrm>
              <a:off x="2566112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43" name="Textbox"/>
            <p:cNvSpPr txBox="1"/>
            <p:nvPr userDrawn="1"/>
          </p:nvSpPr>
          <p:spPr>
            <a:xfrm rot="10800000" flipH="1" flipV="1">
              <a:off x="5290984" y="5490197"/>
              <a:ext cx="2013599" cy="35796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Insert  image from file</a:t>
              </a:r>
            </a:p>
          </p:txBody>
        </p:sp>
        <p:sp>
          <p:nvSpPr>
            <p:cNvPr id="44" name="Textbox"/>
            <p:cNvSpPr txBox="1"/>
            <p:nvPr userDrawn="1"/>
          </p:nvSpPr>
          <p:spPr>
            <a:xfrm>
              <a:off x="4872894" y="5515933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3</a:t>
              </a:r>
            </a:p>
          </p:txBody>
        </p:sp>
        <p:sp>
          <p:nvSpPr>
            <p:cNvPr id="45" name="Textbox"/>
            <p:cNvSpPr txBox="1"/>
            <p:nvPr userDrawn="1"/>
          </p:nvSpPr>
          <p:spPr>
            <a:xfrm rot="10800000" flipH="1" flipV="1">
              <a:off x="7530064" y="5482746"/>
              <a:ext cx="1667276" cy="2832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0" baseline="0">
                  <a:solidFill>
                    <a:schemeClr val="bg1"/>
                  </a:solidFill>
                  <a:latin typeface="+mn-lt"/>
                </a:rPr>
                <a:t>Re-activate second-to-last image place holder </a:t>
              </a:r>
            </a:p>
          </p:txBody>
        </p:sp>
        <p:sp>
          <p:nvSpPr>
            <p:cNvPr id="46" name="Textbox"/>
            <p:cNvSpPr txBox="1"/>
            <p:nvPr userDrawn="1"/>
          </p:nvSpPr>
          <p:spPr>
            <a:xfrm>
              <a:off x="7111973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4</a:t>
              </a:r>
            </a:p>
          </p:txBody>
        </p:sp>
        <p:pic>
          <p:nvPicPr>
            <p:cNvPr id="47" name="Picture 4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14409" y="5868659"/>
              <a:ext cx="983374" cy="665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" name="Picture 2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984201" y="5908097"/>
              <a:ext cx="1263874" cy="645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" name="Picture 3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793289" y="5970081"/>
              <a:ext cx="1127427" cy="557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2" name="Hinweis Copyright Bild"/>
          <p:cNvGrpSpPr/>
          <p:nvPr userDrawn="1"/>
        </p:nvGrpSpPr>
        <p:grpSpPr>
          <a:xfrm>
            <a:off x="-3343564" y="3104756"/>
            <a:ext cx="3165800" cy="2666123"/>
            <a:chOff x="-2507672" y="2381907"/>
            <a:chExt cx="2335629" cy="1999592"/>
          </a:xfrm>
        </p:grpSpPr>
        <p:sp>
          <p:nvSpPr>
            <p:cNvPr id="53" name="Rechteck 52"/>
            <p:cNvSpPr/>
            <p:nvPr userDrawn="1"/>
          </p:nvSpPr>
          <p:spPr>
            <a:xfrm>
              <a:off x="-2507672" y="2381907"/>
              <a:ext cx="2333131" cy="19995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54" name="Hinweis"/>
            <p:cNvSpPr txBox="1"/>
            <p:nvPr userDrawn="1"/>
          </p:nvSpPr>
          <p:spPr>
            <a:xfrm rot="10800000" flipH="1" flipV="1">
              <a:off x="-2507672" y="2434129"/>
              <a:ext cx="2247458" cy="143306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1" baseline="0">
                  <a:solidFill>
                    <a:schemeClr val="bg1"/>
                  </a:solidFill>
                  <a:latin typeface="+mn-lt"/>
                </a:rPr>
                <a:t>If the  copyright reference does not appear in white, please use the color below.</a:t>
              </a:r>
              <a:endParaRPr lang="de-DE" sz="1467" b="1" baseline="0">
                <a:solidFill>
                  <a:schemeClr val="bg1"/>
                </a:solidFill>
                <a:latin typeface="+mn-lt"/>
              </a:endParaRPr>
            </a:p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1" baseline="0">
                  <a:solidFill>
                    <a:schemeClr val="bg1"/>
                  </a:solidFill>
                  <a:latin typeface="+mn-lt"/>
                </a:rPr>
                <a:t> 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67" b="0" baseline="0">
                  <a:solidFill>
                    <a:schemeClr val="tx2"/>
                  </a:solidFill>
                  <a:latin typeface="+mn-lt"/>
                </a:rPr>
                <a:t>(Only text that is entered manually will appear in presentation)</a:t>
              </a:r>
            </a:p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1" baseline="0">
                <a:solidFill>
                  <a:schemeClr val="tx2"/>
                </a:solidFill>
                <a:latin typeface="+mn-lt"/>
              </a:endParaRPr>
            </a:p>
            <a:p>
              <a:pPr marL="0" marR="0" lvl="0" indent="0" algn="just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  <p:pic>
          <p:nvPicPr>
            <p:cNvPr id="55" name="Picture 3"/>
            <p:cNvPicPr>
              <a:picLocks noChangeAspect="1" noChangeArrowheads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-2507672" y="3000375"/>
              <a:ext cx="2335629" cy="869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6" name="Gerade Verbindung mit Pfeil 55"/>
          <p:cNvCxnSpPr/>
          <p:nvPr userDrawn="1"/>
        </p:nvCxnSpPr>
        <p:spPr>
          <a:xfrm>
            <a:off x="-3343564" y="5762752"/>
            <a:ext cx="3145479" cy="76606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27977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 picture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6011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endParaRPr lang="de-DE" noProof="0"/>
          </a:p>
        </p:txBody>
      </p:sp>
      <p:sp>
        <p:nvSpPr>
          <p:cNvPr id="20" name="Ellipse 90 Percent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0" cy="686011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endParaRPr lang="de-DE" noProof="0"/>
          </a:p>
        </p:txBody>
      </p:sp>
      <p:sp>
        <p:nvSpPr>
          <p:cNvPr id="25" name="Slide Layout"/>
          <p:cNvSpPr/>
          <p:nvPr userDrawn="1"/>
        </p:nvSpPr>
        <p:spPr>
          <a:xfrm>
            <a:off x="-3075719" y="-2127042"/>
            <a:ext cx="7602563" cy="913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Slide Layout: </a:t>
            </a:r>
          </a:p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Final slide</a:t>
            </a:r>
          </a:p>
        </p:txBody>
      </p:sp>
      <p:sp>
        <p:nvSpPr>
          <p:cNvPr id="26" name="Slide Number"/>
          <p:cNvSpPr>
            <a:spLocks noGrp="1"/>
          </p:cNvSpPr>
          <p:nvPr>
            <p:ph type="sldNum" sz="quarter" idx="4"/>
          </p:nvPr>
        </p:nvSpPr>
        <p:spPr>
          <a:xfrm>
            <a:off x="-124026" y="6457478"/>
            <a:ext cx="959457" cy="3472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67">
                <a:solidFill>
                  <a:schemeClr val="bg1"/>
                </a:solidFill>
              </a:defRPr>
            </a:lvl1pPr>
          </a:lstStyle>
          <a:p>
            <a:fld id="{9D50F826-6833-4BC2-8E2F-09FD84D58735}" type="slidenum">
              <a:rPr lang="de-DE" smtClean="0"/>
              <a:t>‹Nr.›</a:t>
            </a:fld>
            <a:endParaRPr lang="de-DE"/>
          </a:p>
        </p:txBody>
      </p:sp>
      <p:sp>
        <p:nvSpPr>
          <p:cNvPr id="28" name="Copyright Bild"/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-956181" y="5534400"/>
            <a:ext cx="2277167" cy="364800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867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e-DE" err="1"/>
              <a:t>image: © Please enter the author‘s name</a:t>
            </a:r>
            <a:endParaRPr lang="de-DE"/>
          </a:p>
        </p:txBody>
      </p:sp>
      <p:grpSp>
        <p:nvGrpSpPr>
          <p:cNvPr id="29" name="Hinweis Copyright Bild"/>
          <p:cNvGrpSpPr/>
          <p:nvPr userDrawn="1"/>
        </p:nvGrpSpPr>
        <p:grpSpPr>
          <a:xfrm>
            <a:off x="-3343564" y="3094596"/>
            <a:ext cx="3165800" cy="2666123"/>
            <a:chOff x="-2507672" y="2381907"/>
            <a:chExt cx="2335629" cy="1999592"/>
          </a:xfrm>
        </p:grpSpPr>
        <p:sp>
          <p:nvSpPr>
            <p:cNvPr id="33" name="Rechteck 32"/>
            <p:cNvSpPr/>
            <p:nvPr userDrawn="1"/>
          </p:nvSpPr>
          <p:spPr>
            <a:xfrm>
              <a:off x="-2507672" y="2381907"/>
              <a:ext cx="2333131" cy="19995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34" name="Hinweis"/>
            <p:cNvSpPr txBox="1"/>
            <p:nvPr userDrawn="1"/>
          </p:nvSpPr>
          <p:spPr>
            <a:xfrm rot="10800000" flipH="1" flipV="1">
              <a:off x="-2507672" y="2434129"/>
              <a:ext cx="2247458" cy="143306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1" baseline="0">
                  <a:solidFill>
                    <a:schemeClr val="bg1"/>
                  </a:solidFill>
                  <a:latin typeface="+mn-lt"/>
                </a:rPr>
                <a:t>If the hint is not readable in white, please use the following color.</a:t>
              </a:r>
            </a:p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1" baseline="0">
                  <a:solidFill>
                    <a:schemeClr val="bg1"/>
                  </a:solidFill>
                  <a:latin typeface="+mn-lt"/>
                </a:rPr>
                <a:t> 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67" b="0" baseline="0">
                  <a:solidFill>
                    <a:schemeClr val="tx2"/>
                  </a:solidFill>
                  <a:latin typeface="+mn-lt"/>
                </a:rPr>
                <a:t>(If no text is entered no text will be shown whilst the presentation mode is running.)</a:t>
              </a:r>
            </a:p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1" baseline="0">
                <a:solidFill>
                  <a:schemeClr val="tx2"/>
                </a:solidFill>
                <a:latin typeface="+mn-lt"/>
              </a:endParaRPr>
            </a:p>
            <a:p>
              <a:pPr marL="0" marR="0" lvl="0" indent="0" algn="just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  <p:pic>
          <p:nvPicPr>
            <p:cNvPr id="35" name="Picture 3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-2507672" y="2809875"/>
              <a:ext cx="2335629" cy="869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1" name="Gerade Verbindung mit Pfeil 40"/>
          <p:cNvCxnSpPr/>
          <p:nvPr userDrawn="1"/>
        </p:nvCxnSpPr>
        <p:spPr>
          <a:xfrm>
            <a:off x="-3343564" y="5762752"/>
            <a:ext cx="3145479" cy="76606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Change Background Picture"/>
          <p:cNvGrpSpPr/>
          <p:nvPr userDrawn="1"/>
        </p:nvGrpSpPr>
        <p:grpSpPr>
          <a:xfrm>
            <a:off x="-3343563" y="7122266"/>
            <a:ext cx="15606684" cy="1615519"/>
            <a:chOff x="-2507673" y="5341699"/>
            <a:chExt cx="11705013" cy="1211639"/>
          </a:xfrm>
        </p:grpSpPr>
        <p:sp>
          <p:nvSpPr>
            <p:cNvPr id="43" name="Background"/>
            <p:cNvSpPr/>
            <p:nvPr userDrawn="1"/>
          </p:nvSpPr>
          <p:spPr>
            <a:xfrm>
              <a:off x="-2507673" y="5341699"/>
              <a:ext cx="11651673" cy="12053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44" name="Textbox"/>
            <p:cNvSpPr txBox="1"/>
            <p:nvPr userDrawn="1"/>
          </p:nvSpPr>
          <p:spPr>
            <a:xfrm rot="10800000" flipH="1" flipV="1">
              <a:off x="-2114550" y="5490198"/>
              <a:ext cx="2076814" cy="26929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1" i="1" baseline="0" err="1">
                  <a:solidFill>
                    <a:schemeClr val="accent1"/>
                  </a:solidFill>
                  <a:latin typeface="+mn-lt"/>
                </a:rPr>
                <a:t>change background image</a:t>
              </a: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  <p:sp>
          <p:nvSpPr>
            <p:cNvPr id="45" name="Textbox"/>
            <p:cNvSpPr txBox="1"/>
            <p:nvPr userDrawn="1"/>
          </p:nvSpPr>
          <p:spPr>
            <a:xfrm rot="10800000" flipH="1" flipV="1">
              <a:off x="2984202" y="5482747"/>
              <a:ext cx="2013599" cy="36541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0" baseline="0">
                  <a:solidFill>
                    <a:schemeClr val="bg1"/>
                  </a:solidFill>
                  <a:latin typeface="+mn-lt"/>
                </a:rPr>
                <a:t>Deactivate second-to-last image place holder </a:t>
              </a:r>
            </a:p>
          </p:txBody>
        </p:sp>
        <p:sp>
          <p:nvSpPr>
            <p:cNvPr id="46" name="Textbox"/>
            <p:cNvSpPr txBox="1"/>
            <p:nvPr userDrawn="1"/>
          </p:nvSpPr>
          <p:spPr>
            <a:xfrm rot="10800000" flipH="1" flipV="1">
              <a:off x="256299" y="5454748"/>
              <a:ext cx="2309813" cy="65405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Activate selection and view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top </a:t>
              </a:r>
              <a:r>
                <a:rPr lang="de-DE" sz="1467" b="1" baseline="0">
                  <a:solidFill>
                    <a:schemeClr val="bg1"/>
                  </a:solidFill>
                  <a:latin typeface="+mn-lt"/>
                </a:rPr>
                <a:t>Menu</a:t>
              </a: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: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Start →  Edit → Mark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→ Selection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  <p:sp>
          <p:nvSpPr>
            <p:cNvPr id="47" name="Textbox"/>
            <p:cNvSpPr txBox="1"/>
            <p:nvPr userDrawn="1"/>
          </p:nvSpPr>
          <p:spPr>
            <a:xfrm>
              <a:off x="-148564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1</a:t>
              </a:r>
            </a:p>
          </p:txBody>
        </p:sp>
        <p:sp>
          <p:nvSpPr>
            <p:cNvPr id="48" name="Textbox"/>
            <p:cNvSpPr txBox="1"/>
            <p:nvPr userDrawn="1"/>
          </p:nvSpPr>
          <p:spPr>
            <a:xfrm>
              <a:off x="2566112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49" name="Textbox"/>
            <p:cNvSpPr txBox="1"/>
            <p:nvPr userDrawn="1"/>
          </p:nvSpPr>
          <p:spPr>
            <a:xfrm rot="10800000" flipH="1" flipV="1">
              <a:off x="5290984" y="5490197"/>
              <a:ext cx="2013599" cy="35796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Insert  image from file</a:t>
              </a:r>
            </a:p>
          </p:txBody>
        </p:sp>
        <p:sp>
          <p:nvSpPr>
            <p:cNvPr id="50" name="Textbox"/>
            <p:cNvSpPr txBox="1"/>
            <p:nvPr userDrawn="1"/>
          </p:nvSpPr>
          <p:spPr>
            <a:xfrm>
              <a:off x="4872894" y="5515933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3</a:t>
              </a:r>
            </a:p>
          </p:txBody>
        </p:sp>
        <p:sp>
          <p:nvSpPr>
            <p:cNvPr id="51" name="Textbox"/>
            <p:cNvSpPr txBox="1"/>
            <p:nvPr userDrawn="1"/>
          </p:nvSpPr>
          <p:spPr>
            <a:xfrm rot="10800000" flipH="1" flipV="1">
              <a:off x="7530064" y="5482746"/>
              <a:ext cx="1667276" cy="2832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0" baseline="0">
                  <a:solidFill>
                    <a:schemeClr val="bg1"/>
                  </a:solidFill>
                  <a:latin typeface="+mn-lt"/>
                </a:rPr>
                <a:t>Re-activate second-to-last image place holder </a:t>
              </a:r>
            </a:p>
          </p:txBody>
        </p:sp>
        <p:sp>
          <p:nvSpPr>
            <p:cNvPr id="52" name="Textbox"/>
            <p:cNvSpPr txBox="1"/>
            <p:nvPr userDrawn="1"/>
          </p:nvSpPr>
          <p:spPr>
            <a:xfrm>
              <a:off x="7111973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4</a:t>
              </a:r>
            </a:p>
          </p:txBody>
        </p:sp>
        <p:pic>
          <p:nvPicPr>
            <p:cNvPr id="53" name="Picture 4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14409" y="5868659"/>
              <a:ext cx="983374" cy="665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2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984201" y="5908097"/>
              <a:ext cx="1263874" cy="645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" name="Picture 3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793289" y="5970081"/>
              <a:ext cx="1127427" cy="557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6" name="current status"/>
          <p:cNvSpPr>
            <a:spLocks noGrp="1"/>
          </p:cNvSpPr>
          <p:nvPr>
            <p:ph type="body" sz="quarter" idx="30" hasCustomPrompt="1"/>
          </p:nvPr>
        </p:nvSpPr>
        <p:spPr>
          <a:xfrm>
            <a:off x="7628810" y="6619960"/>
            <a:ext cx="2561828" cy="23804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67" b="1" baseline="0">
                <a:solidFill>
                  <a:schemeClr val="accent4"/>
                </a:solidFill>
              </a:defRPr>
            </a:lvl1pPr>
          </a:lstStyle>
          <a:p>
            <a:r>
              <a:rPr lang="de-DE" err="1"/>
              <a:t>Please insert current status for example as of: 09-2024</a:t>
            </a:r>
          </a:p>
          <a:p>
            <a:endParaRPr lang="de-DE"/>
          </a:p>
        </p:txBody>
      </p:sp>
      <p:sp>
        <p:nvSpPr>
          <p:cNvPr id="63" name="local laws or regulations"/>
          <p:cNvSpPr>
            <a:spLocks noGrp="1"/>
          </p:cNvSpPr>
          <p:nvPr>
            <p:ph type="body" sz="quarter" idx="23" hasCustomPrompt="1"/>
          </p:nvPr>
        </p:nvSpPr>
        <p:spPr>
          <a:xfrm>
            <a:off x="5130800" y="5551715"/>
            <a:ext cx="6582835" cy="1008744"/>
          </a:xfrm>
          <a:prstGeom prst="rect">
            <a:avLst/>
          </a:prstGeom>
        </p:spPr>
        <p:txBody>
          <a:bodyPr lIns="0" tIns="0" rIns="0" bIns="0"/>
          <a:lstStyle>
            <a:lvl1pPr algn="r">
              <a:spcBef>
                <a:spcPct val="0"/>
              </a:spcBef>
              <a:defRPr sz="1067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de-DE" err="1"/>
              <a:t>Please insert any information or notices required by local laws or regulations.</a:t>
            </a:r>
            <a:endParaRPr lang="de-DE"/>
          </a:p>
        </p:txBody>
      </p:sp>
      <p:sp>
        <p:nvSpPr>
          <p:cNvPr id="58" name="e-mail address"/>
          <p:cNvSpPr>
            <a:spLocks noGrp="1"/>
          </p:cNvSpPr>
          <p:nvPr>
            <p:ph type="body" sz="quarter" idx="32" hasCustomPrompt="1"/>
          </p:nvPr>
        </p:nvSpPr>
        <p:spPr>
          <a:xfrm>
            <a:off x="8397044" y="4199140"/>
            <a:ext cx="3316589" cy="248411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r" defTabSz="1219170" rtl="0" eaLnBrk="1" fontAlgn="auto" latinLnBrk="0" hangingPunct="1">
              <a:lnSpc>
                <a:spcPts val="192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de-DE" err="1"/>
              <a:t>Please insert e-mail address</a:t>
            </a:r>
            <a:endParaRPr lang="de-DE"/>
          </a:p>
          <a:p>
            <a:pPr lvl="0"/>
            <a:r>
              <a:rPr lang="de-DE"/>
              <a:t> </a:t>
            </a:r>
          </a:p>
        </p:txBody>
      </p:sp>
      <p:sp>
        <p:nvSpPr>
          <p:cNvPr id="57" name="department"/>
          <p:cNvSpPr>
            <a:spLocks noGrp="1"/>
          </p:cNvSpPr>
          <p:nvPr>
            <p:ph type="body" sz="quarter" idx="31" hasCustomPrompt="1"/>
          </p:nvPr>
        </p:nvSpPr>
        <p:spPr>
          <a:xfrm>
            <a:off x="6497193" y="3951373"/>
            <a:ext cx="5218697" cy="224387"/>
          </a:xfrm>
          <a:prstGeom prst="rect">
            <a:avLst/>
          </a:prstGeom>
        </p:spPr>
        <p:txBody>
          <a:bodyPr lIns="0" tIns="0" rIns="0" bIns="0"/>
          <a:lstStyle>
            <a:lvl1pPr algn="r">
              <a:lnSpc>
                <a:spcPts val="1920"/>
              </a:lnSpc>
              <a:spcBef>
                <a:spcPct val="0"/>
              </a:spcBef>
              <a:defRPr sz="1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name of  department responsible for this presentation</a:t>
            </a:r>
            <a:endParaRPr lang="de-DE"/>
          </a:p>
        </p:txBody>
      </p:sp>
      <p:sp>
        <p:nvSpPr>
          <p:cNvPr id="61" name="website"/>
          <p:cNvSpPr>
            <a:spLocks noGrp="1"/>
          </p:cNvSpPr>
          <p:nvPr>
            <p:ph type="body" sz="quarter" idx="35" hasCustomPrompt="1"/>
          </p:nvPr>
        </p:nvSpPr>
        <p:spPr>
          <a:xfrm>
            <a:off x="8397044" y="3084992"/>
            <a:ext cx="3316589" cy="686784"/>
          </a:xfrm>
          <a:prstGeom prst="rect">
            <a:avLst/>
          </a:prstGeom>
        </p:spPr>
        <p:txBody>
          <a:bodyPr lIns="0" tIns="0" rIns="0" bIns="0"/>
          <a:lstStyle>
            <a:lvl1pPr algn="r">
              <a:lnSpc>
                <a:spcPts val="1920"/>
              </a:lnSpc>
              <a:spcBef>
                <a:spcPct val="0"/>
              </a:spcBef>
              <a:tabLst>
                <a:tab pos="959976" algn="l"/>
                <a:tab pos="1372766" algn="l"/>
              </a:tabLst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Please insert Website URL</a:t>
            </a:r>
          </a:p>
        </p:txBody>
      </p:sp>
      <p:sp>
        <p:nvSpPr>
          <p:cNvPr id="60" name="phone + fax"/>
          <p:cNvSpPr>
            <a:spLocks noGrp="1"/>
          </p:cNvSpPr>
          <p:nvPr>
            <p:ph type="body" sz="quarter" idx="34" hasCustomPrompt="1"/>
          </p:nvPr>
        </p:nvSpPr>
        <p:spPr>
          <a:xfrm>
            <a:off x="8212667" y="2217857"/>
            <a:ext cx="3503223" cy="44546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r" defTabSz="1219170" rtl="0" eaLnBrk="1" fontAlgn="auto" latinLnBrk="0" hangingPunct="1">
              <a:lnSpc>
                <a:spcPts val="192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59961" algn="r"/>
                <a:tab pos="1991950" algn="l"/>
              </a:tabLst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Please insert phone + fax</a:t>
            </a:r>
          </a:p>
          <a:p>
            <a:pPr lvl="0"/>
            <a:endParaRPr lang="de-DE"/>
          </a:p>
        </p:txBody>
      </p:sp>
      <p:sp>
        <p:nvSpPr>
          <p:cNvPr id="59" name="company address"/>
          <p:cNvSpPr>
            <a:spLocks noGrp="1"/>
          </p:cNvSpPr>
          <p:nvPr>
            <p:ph type="body" sz="quarter" idx="33" hasCustomPrompt="1"/>
          </p:nvPr>
        </p:nvSpPr>
        <p:spPr>
          <a:xfrm>
            <a:off x="8397044" y="1649343"/>
            <a:ext cx="3316589" cy="460551"/>
          </a:xfrm>
          <a:prstGeom prst="rect">
            <a:avLst/>
          </a:prstGeom>
        </p:spPr>
        <p:txBody>
          <a:bodyPr lIns="0" tIns="0" rIns="0" bIns="0"/>
          <a:lstStyle>
            <a:lvl1pPr algn="r">
              <a:lnSpc>
                <a:spcPts val="1920"/>
              </a:lnSpc>
              <a:spcBef>
                <a:spcPct val="0"/>
              </a:spcBef>
              <a:tabLst>
                <a:tab pos="959976" algn="l"/>
                <a:tab pos="1372766" algn="l"/>
              </a:tabLst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Please insert company address</a:t>
            </a:r>
            <a:endParaRPr lang="de-DE"/>
          </a:p>
        </p:txBody>
      </p:sp>
      <p:sp>
        <p:nvSpPr>
          <p:cNvPr id="62" name="company name"/>
          <p:cNvSpPr>
            <a:spLocks noGrp="1"/>
          </p:cNvSpPr>
          <p:nvPr>
            <p:ph type="body" sz="quarter" idx="36" hasCustomPrompt="1"/>
          </p:nvPr>
        </p:nvSpPr>
        <p:spPr>
          <a:xfrm>
            <a:off x="8087361" y="1343296"/>
            <a:ext cx="3626273" cy="2518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err="1"/>
              <a:t>Please insert company name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32989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slide of company presenta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"/>
          <p:cNvSpPr>
            <a:spLocks noGrp="1"/>
          </p:cNvSpPr>
          <p:nvPr userDrawn="1">
            <p:ph type="sldNum" sz="quarter" idx="4"/>
          </p:nvPr>
        </p:nvSpPr>
        <p:spPr>
          <a:xfrm>
            <a:off x="-124026" y="6457478"/>
            <a:ext cx="959457" cy="3472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67">
                <a:solidFill>
                  <a:schemeClr val="bg1"/>
                </a:solidFill>
              </a:defRPr>
            </a:lvl1pPr>
          </a:lstStyle>
          <a:p>
            <a:fld id="{9D50F826-6833-4BC2-8E2F-09FD84D58735}" type="slidenum">
              <a:rPr lang="de-DE" smtClean="0"/>
              <a:t>‹Nr.›</a:t>
            </a:fld>
            <a:endParaRPr lang="de-DE"/>
          </a:p>
        </p:txBody>
      </p:sp>
      <p:sp>
        <p:nvSpPr>
          <p:cNvPr id="2" name="Square 1"/>
          <p:cNvSpPr/>
          <p:nvPr userDrawn="1"/>
        </p:nvSpPr>
        <p:spPr>
          <a:xfrm>
            <a:off x="-137583" y="7003531"/>
            <a:ext cx="12192000" cy="1452959"/>
          </a:xfrm>
          <a:prstGeom prst="rect">
            <a:avLst/>
          </a:prstGeom>
          <a:solidFill>
            <a:srgbClr val="C1C5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grpSp>
        <p:nvGrpSpPr>
          <p:cNvPr id="11" name="Change Background Picture"/>
          <p:cNvGrpSpPr/>
          <p:nvPr userDrawn="1"/>
        </p:nvGrpSpPr>
        <p:grpSpPr>
          <a:xfrm>
            <a:off x="-3343563" y="7122266"/>
            <a:ext cx="15606684" cy="1615519"/>
            <a:chOff x="-2507673" y="5341699"/>
            <a:chExt cx="11705013" cy="1211639"/>
          </a:xfrm>
        </p:grpSpPr>
        <p:sp>
          <p:nvSpPr>
            <p:cNvPr id="12" name="Background"/>
            <p:cNvSpPr/>
            <p:nvPr userDrawn="1"/>
          </p:nvSpPr>
          <p:spPr>
            <a:xfrm>
              <a:off x="-2507673" y="5341699"/>
              <a:ext cx="11651673" cy="12053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17" name="Textbox"/>
            <p:cNvSpPr txBox="1"/>
            <p:nvPr userDrawn="1"/>
          </p:nvSpPr>
          <p:spPr>
            <a:xfrm rot="10800000" flipH="1" flipV="1">
              <a:off x="-1629492" y="5490198"/>
              <a:ext cx="1591756" cy="26929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1" i="1" baseline="0">
                  <a:solidFill>
                    <a:schemeClr val="accent1"/>
                  </a:solidFill>
                  <a:latin typeface="+mn-lt"/>
                </a:rPr>
                <a:t>Change Background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  <p:sp>
          <p:nvSpPr>
            <p:cNvPr id="19" name="Textbox"/>
            <p:cNvSpPr txBox="1"/>
            <p:nvPr userDrawn="1"/>
          </p:nvSpPr>
          <p:spPr>
            <a:xfrm rot="10800000" flipH="1" flipV="1">
              <a:off x="2984202" y="5482747"/>
              <a:ext cx="2013599" cy="36541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0" baseline="0">
                  <a:solidFill>
                    <a:schemeClr val="bg1"/>
                  </a:solidFill>
                  <a:latin typeface="+mn-lt"/>
                </a:rPr>
                <a:t>Deactivate second image place holder from below</a:t>
              </a:r>
            </a:p>
          </p:txBody>
        </p:sp>
        <p:sp>
          <p:nvSpPr>
            <p:cNvPr id="20" name="Textbox"/>
            <p:cNvSpPr txBox="1"/>
            <p:nvPr userDrawn="1"/>
          </p:nvSpPr>
          <p:spPr>
            <a:xfrm rot="10800000" flipH="1" flipV="1">
              <a:off x="256299" y="5454748"/>
              <a:ext cx="2309813" cy="65405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Activate Selection and Visibility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top </a:t>
              </a:r>
              <a:r>
                <a:rPr lang="de-DE" sz="1467" b="1" baseline="0">
                  <a:solidFill>
                    <a:schemeClr val="bg1"/>
                  </a:solidFill>
                  <a:latin typeface="+mn-lt"/>
                </a:rPr>
                <a:t>Menu</a:t>
              </a: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: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Start →  Edit → Mark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→ Selection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  <p:sp>
          <p:nvSpPr>
            <p:cNvPr id="21" name="Textbox"/>
            <p:cNvSpPr txBox="1"/>
            <p:nvPr userDrawn="1"/>
          </p:nvSpPr>
          <p:spPr>
            <a:xfrm>
              <a:off x="-148564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1</a:t>
              </a:r>
            </a:p>
          </p:txBody>
        </p:sp>
        <p:sp>
          <p:nvSpPr>
            <p:cNvPr id="22" name="Textbox"/>
            <p:cNvSpPr txBox="1"/>
            <p:nvPr userDrawn="1"/>
          </p:nvSpPr>
          <p:spPr>
            <a:xfrm>
              <a:off x="2566112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23" name="Textbox"/>
            <p:cNvSpPr txBox="1"/>
            <p:nvPr userDrawn="1"/>
          </p:nvSpPr>
          <p:spPr>
            <a:xfrm rot="10800000" flipH="1" flipV="1">
              <a:off x="5290984" y="5490197"/>
              <a:ext cx="2013599" cy="35796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Insert Image over </a:t>
              </a: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Icon Image</a:t>
              </a: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accent5"/>
                  </a:solidFill>
                  <a:latin typeface="+mn-lt"/>
                </a:rPr>
                <a:t> </a:t>
              </a:r>
            </a:p>
          </p:txBody>
        </p:sp>
        <p:sp>
          <p:nvSpPr>
            <p:cNvPr id="24" name="Textbox"/>
            <p:cNvSpPr txBox="1"/>
            <p:nvPr userDrawn="1"/>
          </p:nvSpPr>
          <p:spPr>
            <a:xfrm>
              <a:off x="4872894" y="5515933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3</a:t>
              </a:r>
            </a:p>
          </p:txBody>
        </p:sp>
        <p:sp>
          <p:nvSpPr>
            <p:cNvPr id="27" name="Textbox"/>
            <p:cNvSpPr txBox="1"/>
            <p:nvPr userDrawn="1"/>
          </p:nvSpPr>
          <p:spPr>
            <a:xfrm rot="10800000" flipH="1" flipV="1">
              <a:off x="7530064" y="5482746"/>
              <a:ext cx="1667276" cy="2832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0" baseline="0">
                  <a:solidFill>
                    <a:schemeClr val="bg1"/>
                  </a:solidFill>
                  <a:latin typeface="+mn-lt"/>
                </a:rPr>
                <a:t>Activate second image place</a:t>
              </a: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0" baseline="0">
                  <a:solidFill>
                    <a:schemeClr val="bg1"/>
                  </a:solidFill>
                  <a:latin typeface="+mn-lt"/>
                </a:rPr>
                <a:t>holder from below</a:t>
              </a:r>
            </a:p>
          </p:txBody>
        </p:sp>
        <p:sp>
          <p:nvSpPr>
            <p:cNvPr id="28" name="Textbox"/>
            <p:cNvSpPr txBox="1"/>
            <p:nvPr userDrawn="1"/>
          </p:nvSpPr>
          <p:spPr>
            <a:xfrm>
              <a:off x="7111973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4</a:t>
              </a:r>
            </a:p>
          </p:txBody>
        </p:sp>
        <p:pic>
          <p:nvPicPr>
            <p:cNvPr id="30" name="Picture 4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405848" y="5758575"/>
              <a:ext cx="483026" cy="481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Picture 2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984201" y="5908097"/>
              <a:ext cx="1263874" cy="645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Picture 3"/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793289" y="5970081"/>
              <a:ext cx="1127427" cy="557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Square" hidden="1"/>
          <p:cNvGrpSpPr/>
          <p:nvPr userDrawn="1"/>
        </p:nvGrpSpPr>
        <p:grpSpPr>
          <a:xfrm>
            <a:off x="-3343563" y="1004040"/>
            <a:ext cx="15535564" cy="7962161"/>
            <a:chOff x="-2507673" y="753029"/>
            <a:chExt cx="11651673" cy="5971621"/>
          </a:xfrm>
        </p:grpSpPr>
        <p:sp>
          <p:nvSpPr>
            <p:cNvPr id="35" name="Rechteck 34"/>
            <p:cNvSpPr/>
            <p:nvPr userDrawn="1"/>
          </p:nvSpPr>
          <p:spPr>
            <a:xfrm>
              <a:off x="-2507673" y="753029"/>
              <a:ext cx="2359109" cy="5971621"/>
            </a:xfrm>
            <a:prstGeom prst="rect">
              <a:avLst/>
            </a:prstGeom>
            <a:solidFill>
              <a:srgbClr val="BABE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36" name="Rechteck 35"/>
            <p:cNvSpPr/>
            <p:nvPr userDrawn="1"/>
          </p:nvSpPr>
          <p:spPr>
            <a:xfrm>
              <a:off x="-148563" y="5355509"/>
              <a:ext cx="9292563" cy="1369141"/>
            </a:xfrm>
            <a:prstGeom prst="rect">
              <a:avLst/>
            </a:prstGeom>
            <a:solidFill>
              <a:srgbClr val="BABE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</p:grpSp>
      <p:grpSp>
        <p:nvGrpSpPr>
          <p:cNvPr id="37" name="Produktbilder"/>
          <p:cNvGrpSpPr/>
          <p:nvPr userDrawn="1"/>
        </p:nvGrpSpPr>
        <p:grpSpPr>
          <a:xfrm>
            <a:off x="12395201" y="4296074"/>
            <a:ext cx="3341511" cy="1219093"/>
            <a:chOff x="9296400" y="3222055"/>
            <a:chExt cx="2506133" cy="914320"/>
          </a:xfrm>
        </p:grpSpPr>
        <p:sp>
          <p:nvSpPr>
            <p:cNvPr id="38" name="Hintergrund"/>
            <p:cNvSpPr/>
            <p:nvPr userDrawn="1"/>
          </p:nvSpPr>
          <p:spPr>
            <a:xfrm>
              <a:off x="9296400" y="3222055"/>
              <a:ext cx="2506133" cy="9143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39" name="Textbox"/>
            <p:cNvSpPr txBox="1"/>
            <p:nvPr userDrawn="1"/>
          </p:nvSpPr>
          <p:spPr>
            <a:xfrm rot="10800000" flipH="1" flipV="1">
              <a:off x="9389534" y="3338513"/>
              <a:ext cx="1447051" cy="134647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1" i="1" baseline="0">
                  <a:solidFill>
                    <a:schemeClr val="accent1"/>
                  </a:solidFill>
                  <a:latin typeface="+mn-lt"/>
                </a:rPr>
                <a:t>Change product images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1" i="1" baseline="0">
                <a:solidFill>
                  <a:schemeClr val="accent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1"/>
                </a:solidFill>
                <a:latin typeface="+mn-lt"/>
              </a:endParaRP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1"/>
                </a:solidFill>
                <a:latin typeface="+mn-lt"/>
              </a:endParaRPr>
            </a:p>
          </p:txBody>
        </p:sp>
        <p:sp>
          <p:nvSpPr>
            <p:cNvPr id="40" name="Textbox"/>
            <p:cNvSpPr txBox="1"/>
            <p:nvPr userDrawn="1"/>
          </p:nvSpPr>
          <p:spPr>
            <a:xfrm rot="10800000" flipH="1" flipV="1">
              <a:off x="9389534" y="3618483"/>
              <a:ext cx="1830545" cy="35796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Insert  product </a:t>
              </a: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 err="1">
                  <a:solidFill>
                    <a:schemeClr val="bg1"/>
                  </a:solidFill>
                  <a:latin typeface="+mn-lt"/>
                </a:rPr>
                <a:t>image from file</a:t>
              </a:r>
              <a:endParaRPr lang="de-DE" sz="1467" b="0" baseline="0">
                <a:solidFill>
                  <a:schemeClr val="bg1"/>
                </a:solidFill>
                <a:latin typeface="+mn-lt"/>
              </a:endParaRP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accent5"/>
                  </a:solidFill>
                  <a:latin typeface="+mn-lt"/>
                </a:rPr>
                <a:t> </a:t>
              </a:r>
            </a:p>
          </p:txBody>
        </p:sp>
        <p:pic>
          <p:nvPicPr>
            <p:cNvPr id="41" name="Picture 3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93" t="8889" r="10644" b="4445"/>
            <a:stretch>
              <a:fillRect/>
            </a:stretch>
          </p:blipFill>
          <p:spPr bwMode="auto">
            <a:xfrm>
              <a:off x="10639425" y="3648874"/>
              <a:ext cx="289560" cy="297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" name="Slide Layout"/>
          <p:cNvSpPr/>
          <p:nvPr userDrawn="1"/>
        </p:nvSpPr>
        <p:spPr>
          <a:xfrm>
            <a:off x="-3075719" y="-2127042"/>
            <a:ext cx="7602563" cy="913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Slide Layout: </a:t>
            </a:r>
          </a:p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67" b="1" i="1" baseline="0">
                <a:solidFill>
                  <a:schemeClr val="bg1"/>
                </a:solidFill>
                <a:latin typeface="+mn-lt"/>
              </a:rPr>
              <a:t>Start slide of company presentation </a:t>
            </a:r>
            <a:endParaRPr lang="de-DE" sz="2667" b="1" i="1" baseline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3" name="Rechteck 32"/>
          <p:cNvSpPr/>
          <p:nvPr userDrawn="1"/>
        </p:nvSpPr>
        <p:spPr>
          <a:xfrm>
            <a:off x="-3343565" y="953240"/>
            <a:ext cx="3205983" cy="8012961"/>
          </a:xfrm>
          <a:prstGeom prst="rect">
            <a:avLst/>
          </a:prstGeom>
          <a:solidFill>
            <a:srgbClr val="BABE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sp>
        <p:nvSpPr>
          <p:cNvPr id="34" name="Rechteck 33"/>
          <p:cNvSpPr/>
          <p:nvPr userDrawn="1"/>
        </p:nvSpPr>
        <p:spPr>
          <a:xfrm>
            <a:off x="-198083" y="7003530"/>
            <a:ext cx="12390084" cy="1962671"/>
          </a:xfrm>
          <a:prstGeom prst="rect">
            <a:avLst/>
          </a:prstGeom>
          <a:solidFill>
            <a:srgbClr val="BABE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pic>
        <p:nvPicPr>
          <p:cNvPr id="42" name="Grafik 4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6" y="0"/>
            <a:ext cx="12188388" cy="6858000"/>
          </a:xfrm>
          <a:prstGeom prst="rect">
            <a:avLst/>
          </a:prstGeom>
        </p:spPr>
      </p:pic>
      <p:sp>
        <p:nvSpPr>
          <p:cNvPr id="45" name="Copyright"/>
          <p:cNvSpPr txBox="1"/>
          <p:nvPr userDrawn="1"/>
        </p:nvSpPr>
        <p:spPr>
          <a:xfrm rot="16200000">
            <a:off x="-685994" y="5719165"/>
            <a:ext cx="1738172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de-DE"/>
            </a:defPPr>
            <a:lvl1pPr marL="0" algn="l" defTabSz="914400" rtl="0" eaLnBrk="1" latinLnBrk="0" hangingPunct="1">
              <a:defRPr sz="65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867">
                <a:solidFill>
                  <a:schemeClr val="bg1"/>
                </a:solidFill>
              </a:rPr>
              <a:t>© MEKRA Lang GmbH &amp; Co. KG</a:t>
            </a:r>
          </a:p>
        </p:txBody>
      </p:sp>
    </p:spTree>
    <p:extLst>
      <p:ext uri="{BB962C8B-B14F-4D97-AF65-F5344CB8AC3E}">
        <p14:creationId xmlns:p14="http://schemas.microsoft.com/office/powerpoint/2010/main" val="2648382397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slide for department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 Image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6011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endParaRPr lang="de-DE" noProof="0"/>
          </a:p>
        </p:txBody>
      </p:sp>
      <p:sp>
        <p:nvSpPr>
          <p:cNvPr id="29" name="Background Image Elipse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-2117"/>
            <a:ext cx="12192000" cy="686011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endParaRPr lang="de-DE" noProof="0"/>
          </a:p>
        </p:txBody>
      </p:sp>
      <p:sp>
        <p:nvSpPr>
          <p:cNvPr id="25" name="Slide Layout"/>
          <p:cNvSpPr/>
          <p:nvPr userDrawn="1"/>
        </p:nvSpPr>
        <p:spPr>
          <a:xfrm>
            <a:off x="-3075719" y="-2127042"/>
            <a:ext cx="7602563" cy="913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Slide Layout: </a:t>
            </a:r>
          </a:p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67" b="1" i="1" baseline="0">
                <a:solidFill>
                  <a:schemeClr val="bg1"/>
                </a:solidFill>
                <a:latin typeface="+mn-lt"/>
              </a:rPr>
              <a:t>Start slide for department presentation</a:t>
            </a:r>
            <a:endParaRPr lang="de-DE" sz="2667" b="1" i="1" baseline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6" name="Slide Number"/>
          <p:cNvSpPr>
            <a:spLocks noGrp="1"/>
          </p:cNvSpPr>
          <p:nvPr>
            <p:ph type="sldNum" sz="quarter" idx="4"/>
          </p:nvPr>
        </p:nvSpPr>
        <p:spPr>
          <a:xfrm>
            <a:off x="-124026" y="6457478"/>
            <a:ext cx="959457" cy="3472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67">
                <a:solidFill>
                  <a:schemeClr val="bg1"/>
                </a:solidFill>
              </a:defRPr>
            </a:lvl1pPr>
          </a:lstStyle>
          <a:p>
            <a:fld id="{9D50F826-6833-4BC2-8E2F-09FD84D58735}" type="slidenum">
              <a:rPr lang="de-DE" smtClean="0"/>
              <a:t>‹Nr.›</a:t>
            </a:fld>
            <a:endParaRPr lang="de-DE"/>
          </a:p>
        </p:txBody>
      </p:sp>
      <p:sp>
        <p:nvSpPr>
          <p:cNvPr id="2" name="Square 1"/>
          <p:cNvSpPr/>
          <p:nvPr userDrawn="1"/>
        </p:nvSpPr>
        <p:spPr>
          <a:xfrm>
            <a:off x="-137583" y="7003531"/>
            <a:ext cx="12192000" cy="1452959"/>
          </a:xfrm>
          <a:prstGeom prst="rect">
            <a:avLst/>
          </a:prstGeom>
          <a:solidFill>
            <a:srgbClr val="C1C5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sp>
        <p:nvSpPr>
          <p:cNvPr id="34" name="Produktbild"/>
          <p:cNvSpPr>
            <a:spLocks noGrp="1"/>
          </p:cNvSpPr>
          <p:nvPr>
            <p:ph type="pic" sz="quarter" idx="19" hasCustomPrompt="1"/>
          </p:nvPr>
        </p:nvSpPr>
        <p:spPr>
          <a:xfrm>
            <a:off x="8432805" y="1546577"/>
            <a:ext cx="3405011" cy="445840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>
              <a:defRPr baseline="0"/>
            </a:lvl1pPr>
          </a:lstStyle>
          <a:p>
            <a:r>
              <a:rPr lang="de-DE" err="1"/>
              <a:t>If necessary, please</a:t>
            </a:r>
            <a:br>
              <a:rPr lang="de-DE" err="1"/>
            </a:br>
            <a:r>
              <a:rPr lang="de-DE" err="1"/>
              <a:t>insert or delete</a:t>
            </a:r>
            <a:br>
              <a:rPr lang="de-DE" err="1"/>
            </a:br>
            <a:r>
              <a:rPr lang="de-DE" err="1"/>
              <a:t>product image</a:t>
            </a:r>
            <a:endParaRPr lang="de-DE"/>
          </a:p>
        </p:txBody>
      </p:sp>
      <p:grpSp>
        <p:nvGrpSpPr>
          <p:cNvPr id="11" name="Change Background Picture"/>
          <p:cNvGrpSpPr/>
          <p:nvPr userDrawn="1"/>
        </p:nvGrpSpPr>
        <p:grpSpPr>
          <a:xfrm>
            <a:off x="-3343563" y="7122266"/>
            <a:ext cx="15606684" cy="1615519"/>
            <a:chOff x="-2507673" y="5341699"/>
            <a:chExt cx="11705013" cy="1211639"/>
          </a:xfrm>
        </p:grpSpPr>
        <p:sp>
          <p:nvSpPr>
            <p:cNvPr id="12" name="Background"/>
            <p:cNvSpPr/>
            <p:nvPr userDrawn="1"/>
          </p:nvSpPr>
          <p:spPr>
            <a:xfrm>
              <a:off x="-2507673" y="5341699"/>
              <a:ext cx="11651673" cy="12053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17" name="Textbox"/>
            <p:cNvSpPr txBox="1"/>
            <p:nvPr userDrawn="1"/>
          </p:nvSpPr>
          <p:spPr>
            <a:xfrm rot="10800000" flipH="1" flipV="1">
              <a:off x="-2114550" y="5490198"/>
              <a:ext cx="2076814" cy="26929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1" i="1" baseline="0" err="1">
                  <a:solidFill>
                    <a:schemeClr val="accent1"/>
                  </a:solidFill>
                  <a:latin typeface="+mn-lt"/>
                </a:rPr>
                <a:t>change background image</a:t>
              </a: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  <p:sp>
          <p:nvSpPr>
            <p:cNvPr id="19" name="Textbox"/>
            <p:cNvSpPr txBox="1"/>
            <p:nvPr userDrawn="1"/>
          </p:nvSpPr>
          <p:spPr>
            <a:xfrm rot="10800000" flipH="1" flipV="1">
              <a:off x="2984202" y="5482747"/>
              <a:ext cx="2013599" cy="36541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0" baseline="0">
                  <a:solidFill>
                    <a:schemeClr val="bg1"/>
                  </a:solidFill>
                  <a:latin typeface="+mn-lt"/>
                </a:rPr>
                <a:t>Deactivate second-to-last image place holder </a:t>
              </a:r>
            </a:p>
          </p:txBody>
        </p:sp>
        <p:sp>
          <p:nvSpPr>
            <p:cNvPr id="20" name="Textbox"/>
            <p:cNvSpPr txBox="1"/>
            <p:nvPr userDrawn="1"/>
          </p:nvSpPr>
          <p:spPr>
            <a:xfrm rot="10800000" flipH="1" flipV="1">
              <a:off x="256299" y="5454748"/>
              <a:ext cx="2309813" cy="65405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Activate selection and view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top </a:t>
              </a:r>
              <a:r>
                <a:rPr lang="de-DE" sz="1467" b="1" baseline="0">
                  <a:solidFill>
                    <a:schemeClr val="bg1"/>
                  </a:solidFill>
                  <a:latin typeface="+mn-lt"/>
                </a:rPr>
                <a:t>Menu</a:t>
              </a: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: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Start →  Edit → Mark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→ Selection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  <p:sp>
          <p:nvSpPr>
            <p:cNvPr id="21" name="Textbox"/>
            <p:cNvSpPr txBox="1"/>
            <p:nvPr userDrawn="1"/>
          </p:nvSpPr>
          <p:spPr>
            <a:xfrm>
              <a:off x="-148564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1</a:t>
              </a:r>
            </a:p>
          </p:txBody>
        </p:sp>
        <p:sp>
          <p:nvSpPr>
            <p:cNvPr id="22" name="Textbox"/>
            <p:cNvSpPr txBox="1"/>
            <p:nvPr userDrawn="1"/>
          </p:nvSpPr>
          <p:spPr>
            <a:xfrm>
              <a:off x="2566112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23" name="Textbox"/>
            <p:cNvSpPr txBox="1"/>
            <p:nvPr userDrawn="1"/>
          </p:nvSpPr>
          <p:spPr>
            <a:xfrm rot="10800000" flipH="1" flipV="1">
              <a:off x="5290984" y="5490197"/>
              <a:ext cx="2013599" cy="35796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Insert  image from file</a:t>
              </a: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accent5"/>
                  </a:solidFill>
                  <a:latin typeface="+mn-lt"/>
                </a:rPr>
                <a:t> </a:t>
              </a:r>
            </a:p>
          </p:txBody>
        </p:sp>
        <p:sp>
          <p:nvSpPr>
            <p:cNvPr id="24" name="Textbox"/>
            <p:cNvSpPr txBox="1"/>
            <p:nvPr userDrawn="1"/>
          </p:nvSpPr>
          <p:spPr>
            <a:xfrm>
              <a:off x="4872894" y="5515933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3</a:t>
              </a:r>
            </a:p>
          </p:txBody>
        </p:sp>
        <p:sp>
          <p:nvSpPr>
            <p:cNvPr id="27" name="Textbox"/>
            <p:cNvSpPr txBox="1"/>
            <p:nvPr userDrawn="1"/>
          </p:nvSpPr>
          <p:spPr>
            <a:xfrm rot="10800000" flipH="1" flipV="1">
              <a:off x="7530064" y="5482746"/>
              <a:ext cx="1667276" cy="2832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0" baseline="0">
                  <a:solidFill>
                    <a:schemeClr val="bg1"/>
                  </a:solidFill>
                  <a:latin typeface="+mn-lt"/>
                </a:rPr>
                <a:t>Re-activate second-to-last image place holder </a:t>
              </a:r>
            </a:p>
          </p:txBody>
        </p:sp>
        <p:sp>
          <p:nvSpPr>
            <p:cNvPr id="28" name="Textbox"/>
            <p:cNvSpPr txBox="1"/>
            <p:nvPr userDrawn="1"/>
          </p:nvSpPr>
          <p:spPr>
            <a:xfrm>
              <a:off x="7111973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4</a:t>
              </a:r>
            </a:p>
          </p:txBody>
        </p:sp>
        <p:pic>
          <p:nvPicPr>
            <p:cNvPr id="30" name="Picture 4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290983" y="5848161"/>
              <a:ext cx="1151014" cy="651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Picture 2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984201" y="5908097"/>
              <a:ext cx="1263874" cy="645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Picture 3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793289" y="5970081"/>
              <a:ext cx="1127427" cy="557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" name="Headline"/>
          <p:cNvSpPr>
            <a:spLocks noGrp="1"/>
          </p:cNvSpPr>
          <p:nvPr>
            <p:ph type="body" sz="quarter" idx="17" hasCustomPrompt="1"/>
          </p:nvPr>
        </p:nvSpPr>
        <p:spPr>
          <a:xfrm>
            <a:off x="6308578" y="5706533"/>
            <a:ext cx="5471583" cy="335647"/>
          </a:xfrm>
          <a:prstGeom prst="rect">
            <a:avLst/>
          </a:prstGeom>
        </p:spPr>
        <p:txBody>
          <a:bodyPr anchor="b"/>
          <a:lstStyle>
            <a:lvl1pPr algn="r">
              <a:defRPr sz="16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Start slide of department presentation</a:t>
            </a:r>
            <a:endParaRPr lang="de-DE"/>
          </a:p>
        </p:txBody>
      </p:sp>
      <p:grpSp>
        <p:nvGrpSpPr>
          <p:cNvPr id="35" name="Hinweis Copyright Bild"/>
          <p:cNvGrpSpPr/>
          <p:nvPr userDrawn="1"/>
        </p:nvGrpSpPr>
        <p:grpSpPr>
          <a:xfrm>
            <a:off x="-3343564" y="3104756"/>
            <a:ext cx="3165800" cy="2666123"/>
            <a:chOff x="-2507672" y="2381907"/>
            <a:chExt cx="2335629" cy="1999592"/>
          </a:xfrm>
        </p:grpSpPr>
        <p:sp>
          <p:nvSpPr>
            <p:cNvPr id="36" name="Rechteck 35"/>
            <p:cNvSpPr/>
            <p:nvPr userDrawn="1"/>
          </p:nvSpPr>
          <p:spPr>
            <a:xfrm>
              <a:off x="-2507672" y="2381907"/>
              <a:ext cx="2333131" cy="19995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37" name="Hinweis"/>
            <p:cNvSpPr txBox="1"/>
            <p:nvPr userDrawn="1"/>
          </p:nvSpPr>
          <p:spPr>
            <a:xfrm rot="10800000" flipH="1" flipV="1">
              <a:off x="-2507672" y="2434129"/>
              <a:ext cx="2247458" cy="143306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1" baseline="0">
                  <a:solidFill>
                    <a:schemeClr val="bg1"/>
                  </a:solidFill>
                  <a:latin typeface="+mn-lt"/>
                </a:rPr>
                <a:t>If the  copyright reference does not appear in white, please use the color below.</a:t>
              </a:r>
              <a:endParaRPr lang="de-DE" sz="1467" b="1" baseline="0">
                <a:solidFill>
                  <a:schemeClr val="bg1"/>
                </a:solidFill>
                <a:latin typeface="+mn-lt"/>
              </a:endParaRPr>
            </a:p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1" baseline="0">
                  <a:solidFill>
                    <a:schemeClr val="bg1"/>
                  </a:solidFill>
                  <a:latin typeface="+mn-lt"/>
                </a:rPr>
                <a:t> 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67" b="0" baseline="0">
                  <a:solidFill>
                    <a:schemeClr val="tx2"/>
                  </a:solidFill>
                  <a:latin typeface="+mn-lt"/>
                </a:rPr>
                <a:t>(Only text that is entered manually will appear in presentation)</a:t>
              </a:r>
            </a:p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1" baseline="0">
                <a:solidFill>
                  <a:schemeClr val="tx2"/>
                </a:solidFill>
                <a:latin typeface="+mn-lt"/>
              </a:endParaRPr>
            </a:p>
            <a:p>
              <a:pPr marL="0" marR="0" lvl="0" indent="0" algn="just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  <p:pic>
          <p:nvPicPr>
            <p:cNvPr id="38" name="Picture 3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-2507672" y="3000375"/>
              <a:ext cx="2335629" cy="869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9" name="Copyright Bild"/>
          <p:cNvSpPr>
            <a:spLocks noGrp="1"/>
          </p:cNvSpPr>
          <p:nvPr>
            <p:ph type="body" sz="quarter" idx="18" hasCustomPrompt="1"/>
          </p:nvPr>
        </p:nvSpPr>
        <p:spPr>
          <a:xfrm rot="16200000">
            <a:off x="-949830" y="5536020"/>
            <a:ext cx="2277167" cy="364800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867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e-DE" err="1"/>
              <a:t>image: © name of author </a:t>
            </a:r>
          </a:p>
        </p:txBody>
      </p:sp>
      <p:sp>
        <p:nvSpPr>
          <p:cNvPr id="4" name="Rechteck 3"/>
          <p:cNvSpPr/>
          <p:nvPr userDrawn="1"/>
        </p:nvSpPr>
        <p:spPr>
          <a:xfrm>
            <a:off x="3048000" y="2998114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de-DE" sz="2400"/>
          </a:p>
        </p:txBody>
      </p:sp>
      <p:cxnSp>
        <p:nvCxnSpPr>
          <p:cNvPr id="40" name="Gerade Verbindung mit Pfeil 39"/>
          <p:cNvCxnSpPr/>
          <p:nvPr userDrawn="1"/>
        </p:nvCxnSpPr>
        <p:spPr>
          <a:xfrm>
            <a:off x="-3343564" y="5762752"/>
            <a:ext cx="3145479" cy="76606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Produktbilder"/>
          <p:cNvGrpSpPr/>
          <p:nvPr userDrawn="1"/>
        </p:nvGrpSpPr>
        <p:grpSpPr>
          <a:xfrm>
            <a:off x="12395201" y="4296074"/>
            <a:ext cx="3341511" cy="1219093"/>
            <a:chOff x="9296400" y="3222055"/>
            <a:chExt cx="2506133" cy="914320"/>
          </a:xfrm>
        </p:grpSpPr>
        <p:sp>
          <p:nvSpPr>
            <p:cNvPr id="42" name="Hintergrund"/>
            <p:cNvSpPr/>
            <p:nvPr userDrawn="1"/>
          </p:nvSpPr>
          <p:spPr>
            <a:xfrm>
              <a:off x="9296400" y="3222055"/>
              <a:ext cx="2506133" cy="91432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43" name="Textbox"/>
            <p:cNvSpPr txBox="1"/>
            <p:nvPr userDrawn="1"/>
          </p:nvSpPr>
          <p:spPr>
            <a:xfrm rot="10800000" flipH="1" flipV="1">
              <a:off x="9389534" y="3338513"/>
              <a:ext cx="1447051" cy="134647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1" i="1" baseline="0">
                  <a:solidFill>
                    <a:schemeClr val="accent1"/>
                  </a:solidFill>
                  <a:latin typeface="+mn-lt"/>
                </a:rPr>
                <a:t>Change product images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1" i="1" baseline="0">
                <a:solidFill>
                  <a:schemeClr val="accent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1"/>
                </a:solidFill>
                <a:latin typeface="+mn-lt"/>
              </a:endParaRP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1"/>
                </a:solidFill>
                <a:latin typeface="+mn-lt"/>
              </a:endParaRPr>
            </a:p>
          </p:txBody>
        </p:sp>
        <p:sp>
          <p:nvSpPr>
            <p:cNvPr id="44" name="Textbox"/>
            <p:cNvSpPr txBox="1"/>
            <p:nvPr userDrawn="1"/>
          </p:nvSpPr>
          <p:spPr>
            <a:xfrm rot="10800000" flipH="1" flipV="1">
              <a:off x="9389534" y="3618483"/>
              <a:ext cx="1830545" cy="35796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Insert  product </a:t>
              </a: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 err="1">
                  <a:solidFill>
                    <a:schemeClr val="bg1"/>
                  </a:solidFill>
                  <a:latin typeface="+mn-lt"/>
                </a:rPr>
                <a:t>image from file</a:t>
              </a:r>
              <a:endParaRPr lang="de-DE" sz="1467" b="0" baseline="0">
                <a:solidFill>
                  <a:schemeClr val="bg1"/>
                </a:solidFill>
                <a:latin typeface="+mn-lt"/>
              </a:endParaRP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accent5"/>
                  </a:solidFill>
                  <a:latin typeface="+mn-lt"/>
                </a:rPr>
                <a:t> </a:t>
              </a:r>
            </a:p>
          </p:txBody>
        </p:sp>
        <p:pic>
          <p:nvPicPr>
            <p:cNvPr id="45" name="Picture 3"/>
            <p:cNvPicPr>
              <a:picLocks noChangeAspect="1" noChangeArrowheads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93" t="8889" r="10644" b="4445"/>
            <a:stretch>
              <a:fillRect/>
            </a:stretch>
          </p:blipFill>
          <p:spPr bwMode="auto">
            <a:xfrm>
              <a:off x="10639425" y="3648874"/>
              <a:ext cx="289560" cy="297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0755075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d-In slide with Image behind ellip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 picture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6011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endParaRPr lang="de-DE" noProof="0"/>
          </a:p>
        </p:txBody>
      </p:sp>
      <p:sp>
        <p:nvSpPr>
          <p:cNvPr id="20" name="Ellipse 90 Percent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0" cy="686011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endParaRPr lang="de-DE" noProof="0"/>
          </a:p>
        </p:txBody>
      </p:sp>
      <p:sp>
        <p:nvSpPr>
          <p:cNvPr id="6" name="Headline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6350911" y="3374572"/>
            <a:ext cx="5471583" cy="2159608"/>
          </a:xfrm>
          <a:prstGeom prst="rect">
            <a:avLst/>
          </a:prstGeom>
        </p:spPr>
        <p:txBody>
          <a:bodyPr anchor="b"/>
          <a:lstStyle>
            <a:lvl1pPr algn="r"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err="1"/>
              <a:t>click to edit headline</a:t>
            </a:r>
            <a:endParaRPr lang="de-DE"/>
          </a:p>
        </p:txBody>
      </p:sp>
      <p:sp>
        <p:nvSpPr>
          <p:cNvPr id="25" name="Slide Layout"/>
          <p:cNvSpPr/>
          <p:nvPr userDrawn="1"/>
        </p:nvSpPr>
        <p:spPr>
          <a:xfrm>
            <a:off x="-3075719" y="-2127042"/>
            <a:ext cx="7602563" cy="913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Slide Layout: </a:t>
            </a:r>
          </a:p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Lead-In slide with Image behind ellipse</a:t>
            </a:r>
          </a:p>
        </p:txBody>
      </p:sp>
      <p:sp>
        <p:nvSpPr>
          <p:cNvPr id="26" name="Slide Number"/>
          <p:cNvSpPr>
            <a:spLocks noGrp="1"/>
          </p:cNvSpPr>
          <p:nvPr>
            <p:ph type="sldNum" sz="quarter" idx="4"/>
          </p:nvPr>
        </p:nvSpPr>
        <p:spPr>
          <a:xfrm>
            <a:off x="-124026" y="6457478"/>
            <a:ext cx="959457" cy="3472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67">
                <a:solidFill>
                  <a:schemeClr val="bg1"/>
                </a:solidFill>
              </a:defRPr>
            </a:lvl1pPr>
          </a:lstStyle>
          <a:p>
            <a:fld id="{9D50F826-6833-4BC2-8E2F-09FD84D58735}" type="slidenum">
              <a:rPr lang="de-DE" smtClean="0"/>
              <a:t>‹Nr.›</a:t>
            </a:fld>
            <a:endParaRPr lang="de-DE"/>
          </a:p>
        </p:txBody>
      </p:sp>
      <p:sp>
        <p:nvSpPr>
          <p:cNvPr id="28" name="Copyright Bild"/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-956181" y="5534400"/>
            <a:ext cx="2277167" cy="364800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867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e-DE" err="1"/>
              <a:t>image: © name of author </a:t>
            </a:r>
          </a:p>
        </p:txBody>
      </p:sp>
      <p:grpSp>
        <p:nvGrpSpPr>
          <p:cNvPr id="36" name="Change Background Picture"/>
          <p:cNvGrpSpPr/>
          <p:nvPr userDrawn="1"/>
        </p:nvGrpSpPr>
        <p:grpSpPr>
          <a:xfrm>
            <a:off x="-3343563" y="7122266"/>
            <a:ext cx="15606684" cy="1615519"/>
            <a:chOff x="-2507673" y="5341699"/>
            <a:chExt cx="11705013" cy="1211639"/>
          </a:xfrm>
        </p:grpSpPr>
        <p:sp>
          <p:nvSpPr>
            <p:cNvPr id="37" name="Background"/>
            <p:cNvSpPr/>
            <p:nvPr userDrawn="1"/>
          </p:nvSpPr>
          <p:spPr>
            <a:xfrm>
              <a:off x="-2507673" y="5341699"/>
              <a:ext cx="11651673" cy="12053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38" name="Textbox"/>
            <p:cNvSpPr txBox="1"/>
            <p:nvPr userDrawn="1"/>
          </p:nvSpPr>
          <p:spPr>
            <a:xfrm rot="10800000" flipH="1" flipV="1">
              <a:off x="-2114550" y="5490198"/>
              <a:ext cx="2076814" cy="26929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1" i="1" baseline="0" err="1">
                  <a:solidFill>
                    <a:schemeClr val="accent1"/>
                  </a:solidFill>
                  <a:latin typeface="+mn-lt"/>
                </a:rPr>
                <a:t>change background image</a:t>
              </a: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  <p:sp>
          <p:nvSpPr>
            <p:cNvPr id="39" name="Textbox"/>
            <p:cNvSpPr txBox="1"/>
            <p:nvPr userDrawn="1"/>
          </p:nvSpPr>
          <p:spPr>
            <a:xfrm rot="10800000" flipH="1" flipV="1">
              <a:off x="2984202" y="5482747"/>
              <a:ext cx="2013599" cy="36541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0" baseline="0">
                  <a:solidFill>
                    <a:schemeClr val="bg1"/>
                  </a:solidFill>
                  <a:latin typeface="+mn-lt"/>
                </a:rPr>
                <a:t>Deactivate second-to-last image place holder </a:t>
              </a:r>
            </a:p>
          </p:txBody>
        </p:sp>
        <p:sp>
          <p:nvSpPr>
            <p:cNvPr id="40" name="Textbox"/>
            <p:cNvSpPr txBox="1"/>
            <p:nvPr userDrawn="1"/>
          </p:nvSpPr>
          <p:spPr>
            <a:xfrm rot="10800000" flipH="1" flipV="1">
              <a:off x="256299" y="5454748"/>
              <a:ext cx="2309813" cy="65405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Activate selection and view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top </a:t>
              </a:r>
              <a:r>
                <a:rPr lang="de-DE" sz="1467" b="1" baseline="0">
                  <a:solidFill>
                    <a:schemeClr val="bg1"/>
                  </a:solidFill>
                  <a:latin typeface="+mn-lt"/>
                </a:rPr>
                <a:t>Menu</a:t>
              </a: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: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Start →  Edit → Mark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→ Selection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  <p:sp>
          <p:nvSpPr>
            <p:cNvPr id="41" name="Textbox"/>
            <p:cNvSpPr txBox="1"/>
            <p:nvPr userDrawn="1"/>
          </p:nvSpPr>
          <p:spPr>
            <a:xfrm>
              <a:off x="-148564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1</a:t>
              </a:r>
            </a:p>
          </p:txBody>
        </p:sp>
        <p:sp>
          <p:nvSpPr>
            <p:cNvPr id="42" name="Textbox"/>
            <p:cNvSpPr txBox="1"/>
            <p:nvPr userDrawn="1"/>
          </p:nvSpPr>
          <p:spPr>
            <a:xfrm>
              <a:off x="2566112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43" name="Textbox"/>
            <p:cNvSpPr txBox="1"/>
            <p:nvPr userDrawn="1"/>
          </p:nvSpPr>
          <p:spPr>
            <a:xfrm rot="10800000" flipH="1" flipV="1">
              <a:off x="5290984" y="5490197"/>
              <a:ext cx="2013599" cy="35796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Insert  image from file</a:t>
              </a:r>
            </a:p>
          </p:txBody>
        </p:sp>
        <p:sp>
          <p:nvSpPr>
            <p:cNvPr id="44" name="Textbox"/>
            <p:cNvSpPr txBox="1"/>
            <p:nvPr userDrawn="1"/>
          </p:nvSpPr>
          <p:spPr>
            <a:xfrm>
              <a:off x="4872894" y="5515933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3</a:t>
              </a:r>
            </a:p>
          </p:txBody>
        </p:sp>
        <p:sp>
          <p:nvSpPr>
            <p:cNvPr id="45" name="Textbox"/>
            <p:cNvSpPr txBox="1"/>
            <p:nvPr userDrawn="1"/>
          </p:nvSpPr>
          <p:spPr>
            <a:xfrm rot="10800000" flipH="1" flipV="1">
              <a:off x="7530064" y="5482746"/>
              <a:ext cx="1667276" cy="2832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0" baseline="0">
                  <a:solidFill>
                    <a:schemeClr val="bg1"/>
                  </a:solidFill>
                  <a:latin typeface="+mn-lt"/>
                </a:rPr>
                <a:t>Re-activate second-to-last image place holder </a:t>
              </a:r>
            </a:p>
          </p:txBody>
        </p:sp>
        <p:sp>
          <p:nvSpPr>
            <p:cNvPr id="46" name="Textbox"/>
            <p:cNvSpPr txBox="1"/>
            <p:nvPr userDrawn="1"/>
          </p:nvSpPr>
          <p:spPr>
            <a:xfrm>
              <a:off x="7111973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4</a:t>
              </a:r>
            </a:p>
          </p:txBody>
        </p:sp>
        <p:pic>
          <p:nvPicPr>
            <p:cNvPr id="47" name="Picture 4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14409" y="5868659"/>
              <a:ext cx="983374" cy="665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" name="Picture 2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984201" y="5908097"/>
              <a:ext cx="1263874" cy="645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" name="Picture 3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793289" y="5970081"/>
              <a:ext cx="1127427" cy="557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2" name="Hinweis Copyright Bild"/>
          <p:cNvGrpSpPr/>
          <p:nvPr userDrawn="1"/>
        </p:nvGrpSpPr>
        <p:grpSpPr>
          <a:xfrm>
            <a:off x="-3343564" y="3104756"/>
            <a:ext cx="3165800" cy="2666123"/>
            <a:chOff x="-2507672" y="2381907"/>
            <a:chExt cx="2335629" cy="1999592"/>
          </a:xfrm>
        </p:grpSpPr>
        <p:sp>
          <p:nvSpPr>
            <p:cNvPr id="53" name="Rechteck 52"/>
            <p:cNvSpPr/>
            <p:nvPr userDrawn="1"/>
          </p:nvSpPr>
          <p:spPr>
            <a:xfrm>
              <a:off x="-2507672" y="2381907"/>
              <a:ext cx="2333131" cy="19995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54" name="Hinweis"/>
            <p:cNvSpPr txBox="1"/>
            <p:nvPr userDrawn="1"/>
          </p:nvSpPr>
          <p:spPr>
            <a:xfrm rot="10800000" flipH="1" flipV="1">
              <a:off x="-2507672" y="2434129"/>
              <a:ext cx="2247458" cy="143306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1" baseline="0">
                  <a:solidFill>
                    <a:schemeClr val="bg1"/>
                  </a:solidFill>
                  <a:latin typeface="+mn-lt"/>
                </a:rPr>
                <a:t>If the  copyright reference does not appear in white, please use the color below.</a:t>
              </a:r>
              <a:endParaRPr lang="de-DE" sz="1467" b="1" baseline="0">
                <a:solidFill>
                  <a:schemeClr val="bg1"/>
                </a:solidFill>
                <a:latin typeface="+mn-lt"/>
              </a:endParaRPr>
            </a:p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1" baseline="0">
                  <a:solidFill>
                    <a:schemeClr val="bg1"/>
                  </a:solidFill>
                  <a:latin typeface="+mn-lt"/>
                </a:rPr>
                <a:t> 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67" b="0" baseline="0">
                  <a:solidFill>
                    <a:schemeClr val="tx2"/>
                  </a:solidFill>
                  <a:latin typeface="+mn-lt"/>
                </a:rPr>
                <a:t>(Only text that is entered manually will appear in presentation)</a:t>
              </a:r>
            </a:p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1" baseline="0">
                <a:solidFill>
                  <a:schemeClr val="tx2"/>
                </a:solidFill>
                <a:latin typeface="+mn-lt"/>
              </a:endParaRPr>
            </a:p>
            <a:p>
              <a:pPr marL="0" marR="0" lvl="0" indent="0" algn="just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  <p:pic>
          <p:nvPicPr>
            <p:cNvPr id="55" name="Picture 3"/>
            <p:cNvPicPr>
              <a:picLocks noChangeAspect="1" noChangeArrowheads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-2507672" y="3000375"/>
              <a:ext cx="2335629" cy="869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6" name="Gerade Verbindung mit Pfeil 55"/>
          <p:cNvCxnSpPr/>
          <p:nvPr userDrawn="1"/>
        </p:nvCxnSpPr>
        <p:spPr>
          <a:xfrm>
            <a:off x="-3343564" y="5762752"/>
            <a:ext cx="3145479" cy="76606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914301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d-In slide with Image partially over the ellip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 Image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6011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endParaRPr lang="de-DE" noProof="0"/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4"/>
          </p:nvPr>
        </p:nvSpPr>
        <p:spPr>
          <a:xfrm>
            <a:off x="-124026" y="6457478"/>
            <a:ext cx="959457" cy="3472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67">
                <a:solidFill>
                  <a:schemeClr val="accent4"/>
                </a:solidFill>
              </a:defRPr>
            </a:lvl1pPr>
          </a:lstStyle>
          <a:p>
            <a:fld id="{9D50F826-6833-4BC2-8E2F-09FD84D58735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Headline"/>
          <p:cNvSpPr>
            <a:spLocks noGrp="1"/>
          </p:cNvSpPr>
          <p:nvPr>
            <p:ph type="body" sz="quarter" idx="16" hasCustomPrompt="1"/>
          </p:nvPr>
        </p:nvSpPr>
        <p:spPr>
          <a:xfrm>
            <a:off x="6350911" y="3374572"/>
            <a:ext cx="5471583" cy="2159608"/>
          </a:xfrm>
          <a:prstGeom prst="rect">
            <a:avLst/>
          </a:prstGeom>
        </p:spPr>
        <p:txBody>
          <a:bodyPr anchor="b"/>
          <a:lstStyle>
            <a:lvl1pPr algn="r"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err="1"/>
              <a:t>click to edit headline</a:t>
            </a:r>
            <a:endParaRPr lang="de-DE"/>
          </a:p>
        </p:txBody>
      </p:sp>
      <p:grpSp>
        <p:nvGrpSpPr>
          <p:cNvPr id="28" name="Change Background Image"/>
          <p:cNvGrpSpPr/>
          <p:nvPr userDrawn="1"/>
        </p:nvGrpSpPr>
        <p:grpSpPr>
          <a:xfrm>
            <a:off x="-3352798" y="7122267"/>
            <a:ext cx="12213079" cy="1959139"/>
            <a:chOff x="-4690997" y="5341700"/>
            <a:chExt cx="9159809" cy="1469354"/>
          </a:xfrm>
        </p:grpSpPr>
        <p:sp>
          <p:nvSpPr>
            <p:cNvPr id="31" name="Background"/>
            <p:cNvSpPr/>
            <p:nvPr userDrawn="1"/>
          </p:nvSpPr>
          <p:spPr>
            <a:xfrm>
              <a:off x="-4690997" y="5341700"/>
              <a:ext cx="9159809" cy="146935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29" name="Textbox"/>
            <p:cNvSpPr txBox="1"/>
            <p:nvPr userDrawn="1"/>
          </p:nvSpPr>
          <p:spPr>
            <a:xfrm rot="10800000" flipH="1" flipV="1">
              <a:off x="-3849871" y="5482747"/>
              <a:ext cx="1591756" cy="26929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1" i="1" baseline="0" err="1">
                  <a:solidFill>
                    <a:schemeClr val="accent1"/>
                  </a:solidFill>
                  <a:latin typeface="+mn-lt"/>
                </a:rPr>
                <a:t>change background image</a:t>
              </a: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1"/>
                </a:solidFill>
                <a:latin typeface="+mn-lt"/>
              </a:endParaRP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1"/>
                </a:solidFill>
                <a:latin typeface="+mn-lt"/>
              </a:endParaRPr>
            </a:p>
          </p:txBody>
        </p:sp>
        <p:sp>
          <p:nvSpPr>
            <p:cNvPr id="37" name="Textbox"/>
            <p:cNvSpPr txBox="1"/>
            <p:nvPr userDrawn="1"/>
          </p:nvSpPr>
          <p:spPr>
            <a:xfrm rot="10800000" flipH="1" flipV="1">
              <a:off x="-2101059" y="5490197"/>
              <a:ext cx="2013599" cy="35796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Insert image from file</a:t>
              </a: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accent5"/>
                  </a:solidFill>
                  <a:latin typeface="+mn-lt"/>
                </a:rPr>
                <a:t> </a:t>
              </a:r>
            </a:p>
          </p:txBody>
        </p:sp>
        <p:pic>
          <p:nvPicPr>
            <p:cNvPr id="41" name="Picture 4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-615082" y="5502093"/>
              <a:ext cx="871304" cy="723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Slide Layout"/>
          <p:cNvSpPr/>
          <p:nvPr userDrawn="1"/>
        </p:nvSpPr>
        <p:spPr>
          <a:xfrm>
            <a:off x="-3075720" y="-2127043"/>
            <a:ext cx="9245611" cy="1323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Slide Layout: </a:t>
            </a:r>
          </a:p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Lead-In slide with Image partially over the ellipse</a:t>
            </a:r>
          </a:p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2667" b="1" i="1" baseline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20" name="Lead-In Slide Comment"/>
          <p:cNvGrpSpPr/>
          <p:nvPr userDrawn="1"/>
        </p:nvGrpSpPr>
        <p:grpSpPr>
          <a:xfrm>
            <a:off x="-3352799" y="1449918"/>
            <a:ext cx="3178944" cy="5393593"/>
            <a:chOff x="-2269810" y="1071252"/>
            <a:chExt cx="2121248" cy="3615147"/>
          </a:xfrm>
        </p:grpSpPr>
        <p:sp>
          <p:nvSpPr>
            <p:cNvPr id="21" name="Background"/>
            <p:cNvSpPr/>
            <p:nvPr userDrawn="1"/>
          </p:nvSpPr>
          <p:spPr>
            <a:xfrm>
              <a:off x="-2269810" y="1071252"/>
              <a:ext cx="2121248" cy="353973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22" name="Background"/>
            <p:cNvSpPr/>
            <p:nvPr userDrawn="1"/>
          </p:nvSpPr>
          <p:spPr>
            <a:xfrm>
              <a:off x="-2269810" y="1672714"/>
              <a:ext cx="2121246" cy="100335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23" name="Comment"/>
            <p:cNvSpPr txBox="1"/>
            <p:nvPr userDrawn="1"/>
          </p:nvSpPr>
          <p:spPr>
            <a:xfrm rot="10800000" flipH="1" flipV="1">
              <a:off x="-2269810" y="1607681"/>
              <a:ext cx="2020953" cy="307871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867" b="1" i="1" baseline="0">
                <a:solidFill>
                  <a:schemeClr val="accent5"/>
                </a:solidFill>
                <a:latin typeface="+mn-lt"/>
              </a:endParaRPr>
            </a:p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867" b="1" i="1" baseline="0">
                  <a:solidFill>
                    <a:schemeClr val="accent5">
                      <a:lumMod val="75000"/>
                    </a:schemeClr>
                  </a:solidFill>
                  <a:latin typeface="+mn-lt"/>
                </a:rPr>
                <a:t>!!! Attention !!!</a:t>
              </a:r>
            </a:p>
            <a:p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de-DE" sz="1467" b="1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This template requires </a:t>
              </a:r>
            </a:p>
            <a:p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de-DE" sz="1467" b="1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use of  an image editing program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1" i="1" baseline="0">
                  <a:solidFill>
                    <a:schemeClr val="bg1"/>
                  </a:solidFill>
                  <a:latin typeface="+mn-lt"/>
                </a:rPr>
                <a:t> to create image.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i="1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i="1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1" baseline="0">
                  <a:solidFill>
                    <a:schemeClr val="accent5"/>
                  </a:solidFill>
                  <a:latin typeface="+mn-lt"/>
                </a:rPr>
                <a:t>Image Enhancement Template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i="0" baseline="0">
                  <a:solidFill>
                    <a:schemeClr val="bg1"/>
                  </a:solidFill>
                  <a:latin typeface="+mn-lt"/>
                </a:rPr>
                <a:t>„</a:t>
              </a:r>
              <a:r>
                <a:rPr lang="en-US" sz="1467" b="0" i="0" baseline="0">
                  <a:solidFill>
                    <a:schemeClr val="bg1"/>
                  </a:solidFill>
                  <a:latin typeface="+mn-lt"/>
                </a:rPr>
                <a:t> Lead-In Slide.tiff </a:t>
              </a:r>
              <a:r>
                <a:rPr lang="de-DE" sz="1467" b="0" i="0" baseline="0">
                  <a:solidFill>
                    <a:schemeClr val="bg1"/>
                  </a:solidFill>
                  <a:latin typeface="+mn-lt"/>
                </a:rPr>
                <a:t>“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i="0" baseline="0">
                <a:solidFill>
                  <a:schemeClr val="bg1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i="0" baseline="0">
                <a:solidFill>
                  <a:schemeClr val="bg1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i="0" baseline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16" name="Copyright Bild"/>
          <p:cNvSpPr>
            <a:spLocks noGrp="1"/>
          </p:cNvSpPr>
          <p:nvPr>
            <p:ph type="body" sz="quarter" idx="18" hasCustomPrompt="1"/>
          </p:nvPr>
        </p:nvSpPr>
        <p:spPr>
          <a:xfrm rot="16200000">
            <a:off x="-949830" y="5536020"/>
            <a:ext cx="2277167" cy="364800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867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e-DE" err="1"/>
              <a:t>image: © name of author </a:t>
            </a:r>
          </a:p>
        </p:txBody>
      </p:sp>
    </p:spTree>
    <p:extLst>
      <p:ext uri="{BB962C8B-B14F-4D97-AF65-F5344CB8AC3E}">
        <p14:creationId xmlns:p14="http://schemas.microsoft.com/office/powerpoint/2010/main" val="245205091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"/>
          <p:cNvSpPr>
            <a:spLocks noGrp="1"/>
          </p:cNvSpPr>
          <p:nvPr>
            <p:ph type="ftr" sz="quarter" idx="11"/>
          </p:nvPr>
        </p:nvSpPr>
        <p:spPr>
          <a:xfrm>
            <a:off x="723149" y="6493693"/>
            <a:ext cx="3860800" cy="366183"/>
          </a:xfrm>
        </p:spPr>
        <p:txBody>
          <a:bodyPr/>
          <a:lstStyle/>
          <a:p>
            <a:r>
              <a:rPr lang="de-DE"/>
              <a:t>Aaron Groß | Test&amp;Validation | 5.11.2025</a:t>
            </a:r>
          </a:p>
        </p:txBody>
      </p:sp>
      <p:sp>
        <p:nvSpPr>
          <p:cNvPr id="12" name="Slide Numb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D50F826-6833-4BC2-8E2F-09FD84D58735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Content"/>
          <p:cNvSpPr>
            <a:spLocks noGrp="1"/>
          </p:cNvSpPr>
          <p:nvPr>
            <p:ph sz="quarter" idx="16" hasCustomPrompt="1"/>
          </p:nvPr>
        </p:nvSpPr>
        <p:spPr>
          <a:xfrm>
            <a:off x="479375" y="1439332"/>
            <a:ext cx="11234259" cy="4849285"/>
          </a:xfrm>
          <a:prstGeom prst="rect">
            <a:avLst/>
          </a:prstGeom>
          <a:noFill/>
        </p:spPr>
        <p:txBody>
          <a:bodyPr/>
          <a:lstStyle>
            <a:lvl1pPr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Click  to edit text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358245" y="740667"/>
            <a:ext cx="6297695" cy="323483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Click to edit subtitle</a:t>
            </a:r>
          </a:p>
        </p:txBody>
      </p:sp>
      <p:sp>
        <p:nvSpPr>
          <p:cNvPr id="5" name="Headline"/>
          <p:cNvSpPr>
            <a:spLocks noGrp="1"/>
          </p:cNvSpPr>
          <p:nvPr>
            <p:ph type="title" hasCustomPrompt="1"/>
          </p:nvPr>
        </p:nvSpPr>
        <p:spPr>
          <a:xfrm>
            <a:off x="358245" y="347193"/>
            <a:ext cx="9576425" cy="4633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Click to edit headline</a:t>
            </a:r>
          </a:p>
        </p:txBody>
      </p:sp>
      <p:sp>
        <p:nvSpPr>
          <p:cNvPr id="9" name="Slide Layout"/>
          <p:cNvSpPr/>
          <p:nvPr userDrawn="1"/>
        </p:nvSpPr>
        <p:spPr>
          <a:xfrm>
            <a:off x="-3075719" y="-2127042"/>
            <a:ext cx="6096000" cy="913199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Slide Layout : </a:t>
            </a:r>
          </a:p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1 Column</a:t>
            </a:r>
          </a:p>
        </p:txBody>
      </p:sp>
      <p:sp>
        <p:nvSpPr>
          <p:cNvPr id="10" name="Copyright Bild"/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-956180" y="3128251"/>
            <a:ext cx="2277167" cy="364800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867" baseline="0">
                <a:solidFill>
                  <a:schemeClr val="accent4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e-DE" err="1"/>
              <a:t>image: © name of author </a:t>
            </a:r>
          </a:p>
        </p:txBody>
      </p:sp>
    </p:spTree>
    <p:extLst>
      <p:ext uri="{BB962C8B-B14F-4D97-AF65-F5344CB8AC3E}">
        <p14:creationId xmlns:p14="http://schemas.microsoft.com/office/powerpoint/2010/main" val="1191544318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"/>
          <p:cNvSpPr>
            <a:spLocks noGrp="1"/>
          </p:cNvSpPr>
          <p:nvPr>
            <p:ph type="ftr" sz="quarter" idx="11"/>
          </p:nvPr>
        </p:nvSpPr>
        <p:spPr>
          <a:xfrm>
            <a:off x="723149" y="6493693"/>
            <a:ext cx="3860800" cy="366183"/>
          </a:xfrm>
        </p:spPr>
        <p:txBody>
          <a:bodyPr/>
          <a:lstStyle/>
          <a:p>
            <a:r>
              <a:rPr lang="de-DE"/>
              <a:t>Aaron Groß | Test&amp;Validation | 5.11.2025</a:t>
            </a:r>
          </a:p>
        </p:txBody>
      </p:sp>
      <p:sp>
        <p:nvSpPr>
          <p:cNvPr id="12" name="Slide Numb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D50F826-6833-4BC2-8E2F-09FD84D58735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Content right"/>
          <p:cNvSpPr>
            <a:spLocks noGrp="1"/>
          </p:cNvSpPr>
          <p:nvPr>
            <p:ph sz="quarter" idx="17" hasCustomPrompt="1"/>
          </p:nvPr>
        </p:nvSpPr>
        <p:spPr>
          <a:xfrm>
            <a:off x="6240015" y="1439333"/>
            <a:ext cx="5473619" cy="4849284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Click  to edit text</a:t>
            </a:r>
          </a:p>
        </p:txBody>
      </p:sp>
      <p:sp>
        <p:nvSpPr>
          <p:cNvPr id="13" name="Content left"/>
          <p:cNvSpPr>
            <a:spLocks noGrp="1"/>
          </p:cNvSpPr>
          <p:nvPr>
            <p:ph sz="quarter" idx="18" hasCustomPrompt="1"/>
          </p:nvPr>
        </p:nvSpPr>
        <p:spPr>
          <a:xfrm>
            <a:off x="484718" y="1439333"/>
            <a:ext cx="4948684" cy="4849284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Click  to edit text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358245" y="740667"/>
            <a:ext cx="6297695" cy="323483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Click to edit subtitle</a:t>
            </a:r>
          </a:p>
        </p:txBody>
      </p:sp>
      <p:sp>
        <p:nvSpPr>
          <p:cNvPr id="5" name="Headline"/>
          <p:cNvSpPr>
            <a:spLocks noGrp="1"/>
          </p:cNvSpPr>
          <p:nvPr>
            <p:ph type="title" hasCustomPrompt="1"/>
          </p:nvPr>
        </p:nvSpPr>
        <p:spPr>
          <a:xfrm>
            <a:off x="358245" y="347193"/>
            <a:ext cx="9576425" cy="4633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Click to edit headline</a:t>
            </a:r>
          </a:p>
        </p:txBody>
      </p:sp>
      <p:sp>
        <p:nvSpPr>
          <p:cNvPr id="15" name="Slide Layout"/>
          <p:cNvSpPr/>
          <p:nvPr userDrawn="1"/>
        </p:nvSpPr>
        <p:spPr>
          <a:xfrm>
            <a:off x="-3075719" y="-2127042"/>
            <a:ext cx="6096000" cy="913199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Slide Layout: </a:t>
            </a:r>
          </a:p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2 Columns</a:t>
            </a:r>
          </a:p>
        </p:txBody>
      </p:sp>
      <p:sp>
        <p:nvSpPr>
          <p:cNvPr id="16" name="Copyright Bild"/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-956180" y="3128251"/>
            <a:ext cx="2277167" cy="364800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867" baseline="0">
                <a:solidFill>
                  <a:schemeClr val="accent4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e-DE" err="1"/>
              <a:t>image: © name of author </a:t>
            </a:r>
          </a:p>
        </p:txBody>
      </p:sp>
    </p:spTree>
    <p:extLst>
      <p:ext uri="{BB962C8B-B14F-4D97-AF65-F5344CB8AC3E}">
        <p14:creationId xmlns:p14="http://schemas.microsoft.com/office/powerpoint/2010/main" val="126934125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"/>
          <p:cNvSpPr>
            <a:spLocks noGrp="1"/>
          </p:cNvSpPr>
          <p:nvPr>
            <p:ph type="ftr" sz="quarter" idx="11"/>
          </p:nvPr>
        </p:nvSpPr>
        <p:spPr>
          <a:xfrm>
            <a:off x="723149" y="6493693"/>
            <a:ext cx="3860800" cy="366183"/>
          </a:xfrm>
        </p:spPr>
        <p:txBody>
          <a:bodyPr/>
          <a:lstStyle/>
          <a:p>
            <a:r>
              <a:rPr lang="de-DE"/>
              <a:t>Aaron Groß | Test&amp;Validation | 5.11.2025</a:t>
            </a:r>
          </a:p>
        </p:txBody>
      </p:sp>
      <p:sp>
        <p:nvSpPr>
          <p:cNvPr id="12" name="Slide Numb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D50F826-6833-4BC2-8E2F-09FD84D58735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Content right"/>
          <p:cNvSpPr>
            <a:spLocks noGrp="1"/>
          </p:cNvSpPr>
          <p:nvPr>
            <p:ph sz="quarter" idx="17" hasCustomPrompt="1"/>
          </p:nvPr>
        </p:nvSpPr>
        <p:spPr>
          <a:xfrm>
            <a:off x="3367617" y="1439333"/>
            <a:ext cx="8346016" cy="4849284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Click  to edit text</a:t>
            </a:r>
          </a:p>
        </p:txBody>
      </p:sp>
      <p:sp>
        <p:nvSpPr>
          <p:cNvPr id="8" name="Content left"/>
          <p:cNvSpPr>
            <a:spLocks noGrp="1"/>
          </p:cNvSpPr>
          <p:nvPr>
            <p:ph sz="quarter" idx="16" hasCustomPrompt="1"/>
          </p:nvPr>
        </p:nvSpPr>
        <p:spPr>
          <a:xfrm>
            <a:off x="479378" y="1439333"/>
            <a:ext cx="2600373" cy="4849284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Click  to edit text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358245" y="739200"/>
            <a:ext cx="6297695" cy="323483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Click to edit subtitle</a:t>
            </a:r>
          </a:p>
        </p:txBody>
      </p:sp>
      <p:sp>
        <p:nvSpPr>
          <p:cNvPr id="5" name="Headline"/>
          <p:cNvSpPr>
            <a:spLocks noGrp="1"/>
          </p:cNvSpPr>
          <p:nvPr>
            <p:ph type="title" hasCustomPrompt="1"/>
          </p:nvPr>
        </p:nvSpPr>
        <p:spPr>
          <a:xfrm>
            <a:off x="358245" y="347193"/>
            <a:ext cx="9576425" cy="4633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Click to edit headline</a:t>
            </a:r>
          </a:p>
        </p:txBody>
      </p:sp>
      <p:sp>
        <p:nvSpPr>
          <p:cNvPr id="13" name="Slide Layout"/>
          <p:cNvSpPr/>
          <p:nvPr userDrawn="1"/>
        </p:nvSpPr>
        <p:spPr>
          <a:xfrm>
            <a:off x="-3075719" y="-2127042"/>
            <a:ext cx="6096000" cy="913199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Slide Layout: </a:t>
            </a:r>
          </a:p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1-3 Columns</a:t>
            </a:r>
          </a:p>
        </p:txBody>
      </p:sp>
      <p:sp>
        <p:nvSpPr>
          <p:cNvPr id="15" name="Copyright Bild"/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-956180" y="3128251"/>
            <a:ext cx="2277167" cy="364800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867" baseline="0">
                <a:solidFill>
                  <a:schemeClr val="accent4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e-DE" err="1"/>
              <a:t>image: © name of author </a:t>
            </a:r>
          </a:p>
        </p:txBody>
      </p:sp>
    </p:spTree>
    <p:extLst>
      <p:ext uri="{BB962C8B-B14F-4D97-AF65-F5344CB8AC3E}">
        <p14:creationId xmlns:p14="http://schemas.microsoft.com/office/powerpoint/2010/main" val="334579703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"/>
          <p:cNvSpPr>
            <a:spLocks noGrp="1"/>
          </p:cNvSpPr>
          <p:nvPr>
            <p:ph type="ftr" sz="quarter" idx="11"/>
          </p:nvPr>
        </p:nvSpPr>
        <p:spPr>
          <a:xfrm>
            <a:off x="723149" y="6493693"/>
            <a:ext cx="3860800" cy="366183"/>
          </a:xfrm>
        </p:spPr>
        <p:txBody>
          <a:bodyPr/>
          <a:lstStyle/>
          <a:p>
            <a:r>
              <a:rPr lang="de-DE"/>
              <a:t>Aaron Groß | Test&amp;Validation | 5.11.2025</a:t>
            </a:r>
          </a:p>
        </p:txBody>
      </p:sp>
      <p:sp>
        <p:nvSpPr>
          <p:cNvPr id="12" name="Slide Numb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D50F826-6833-4BC2-8E2F-09FD84D58735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Content right"/>
          <p:cNvSpPr>
            <a:spLocks noGrp="1"/>
          </p:cNvSpPr>
          <p:nvPr>
            <p:ph sz="quarter" idx="17" hasCustomPrompt="1"/>
          </p:nvPr>
        </p:nvSpPr>
        <p:spPr>
          <a:xfrm>
            <a:off x="9116484" y="1439333"/>
            <a:ext cx="2656417" cy="4849284"/>
          </a:xfrm>
          <a:prstGeom prst="rect">
            <a:avLst/>
          </a:prstGeom>
          <a:noFill/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Click  to edit text</a:t>
            </a:r>
          </a:p>
        </p:txBody>
      </p:sp>
      <p:sp>
        <p:nvSpPr>
          <p:cNvPr id="8" name="Content left"/>
          <p:cNvSpPr>
            <a:spLocks noGrp="1"/>
          </p:cNvSpPr>
          <p:nvPr>
            <p:ph sz="quarter" idx="16" hasCustomPrompt="1"/>
          </p:nvPr>
        </p:nvSpPr>
        <p:spPr>
          <a:xfrm>
            <a:off x="479377" y="1439333"/>
            <a:ext cx="8364056" cy="4849284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Click  to edit text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358245" y="740667"/>
            <a:ext cx="6297695" cy="323483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Click to edit subtitle</a:t>
            </a:r>
          </a:p>
        </p:txBody>
      </p:sp>
      <p:sp>
        <p:nvSpPr>
          <p:cNvPr id="5" name="Headline"/>
          <p:cNvSpPr>
            <a:spLocks noGrp="1"/>
          </p:cNvSpPr>
          <p:nvPr>
            <p:ph type="title" hasCustomPrompt="1"/>
          </p:nvPr>
        </p:nvSpPr>
        <p:spPr>
          <a:xfrm>
            <a:off x="358245" y="347193"/>
            <a:ext cx="9576425" cy="4633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Click to edit headline</a:t>
            </a:r>
          </a:p>
        </p:txBody>
      </p:sp>
      <p:sp>
        <p:nvSpPr>
          <p:cNvPr id="13" name="Slide Layout"/>
          <p:cNvSpPr/>
          <p:nvPr userDrawn="1"/>
        </p:nvSpPr>
        <p:spPr>
          <a:xfrm>
            <a:off x="-3075719" y="-2127042"/>
            <a:ext cx="6096000" cy="913199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Slide Layout: </a:t>
            </a:r>
          </a:p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3-1 Columns</a:t>
            </a:r>
          </a:p>
        </p:txBody>
      </p:sp>
      <p:sp>
        <p:nvSpPr>
          <p:cNvPr id="15" name="Copyright Bild"/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-956180" y="3128251"/>
            <a:ext cx="2277167" cy="364800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867" baseline="0">
                <a:solidFill>
                  <a:schemeClr val="accent4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e-DE" err="1"/>
              <a:t>image: © name of author </a:t>
            </a:r>
          </a:p>
        </p:txBody>
      </p:sp>
    </p:spTree>
    <p:extLst>
      <p:ext uri="{BB962C8B-B14F-4D97-AF65-F5344CB8AC3E}">
        <p14:creationId xmlns:p14="http://schemas.microsoft.com/office/powerpoint/2010/main" val="3386417800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2-1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"/>
          <p:cNvSpPr>
            <a:spLocks noGrp="1"/>
          </p:cNvSpPr>
          <p:nvPr>
            <p:ph type="ftr" sz="quarter" idx="11"/>
          </p:nvPr>
        </p:nvSpPr>
        <p:spPr>
          <a:xfrm>
            <a:off x="723149" y="6493693"/>
            <a:ext cx="3860800" cy="366183"/>
          </a:xfrm>
        </p:spPr>
        <p:txBody>
          <a:bodyPr/>
          <a:lstStyle/>
          <a:p>
            <a:r>
              <a:rPr lang="de-DE"/>
              <a:t>Aaron Groß | Test&amp;Validation | 5.11.2025</a:t>
            </a:r>
          </a:p>
        </p:txBody>
      </p:sp>
      <p:sp>
        <p:nvSpPr>
          <p:cNvPr id="12" name="Slide Numb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D50F826-6833-4BC2-8E2F-09FD84D58735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Content right"/>
          <p:cNvSpPr>
            <a:spLocks noGrp="1"/>
          </p:cNvSpPr>
          <p:nvPr>
            <p:ph sz="quarter" idx="17" hasCustomPrompt="1"/>
          </p:nvPr>
        </p:nvSpPr>
        <p:spPr>
          <a:xfrm>
            <a:off x="9116484" y="1439333"/>
            <a:ext cx="2597149" cy="4849284"/>
          </a:xfrm>
          <a:prstGeom prst="rect">
            <a:avLst/>
          </a:prstGeom>
          <a:noFill/>
        </p:spPr>
        <p:txBody>
          <a:bodyPr/>
          <a:lstStyle>
            <a:lvl1pPr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Click  to edit text</a:t>
            </a:r>
          </a:p>
        </p:txBody>
      </p:sp>
      <p:sp>
        <p:nvSpPr>
          <p:cNvPr id="13" name="Content middle"/>
          <p:cNvSpPr>
            <a:spLocks noGrp="1"/>
          </p:cNvSpPr>
          <p:nvPr>
            <p:ph sz="quarter" idx="18" hasCustomPrompt="1"/>
          </p:nvPr>
        </p:nvSpPr>
        <p:spPr>
          <a:xfrm>
            <a:off x="3367617" y="1441451"/>
            <a:ext cx="5475816" cy="4847167"/>
          </a:xfrm>
          <a:prstGeom prst="rect">
            <a:avLst/>
          </a:prstGeom>
          <a:noFill/>
        </p:spPr>
        <p:txBody>
          <a:bodyPr/>
          <a:lstStyle>
            <a:lvl1pPr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Click  to edit text</a:t>
            </a:r>
          </a:p>
        </p:txBody>
      </p:sp>
      <p:sp>
        <p:nvSpPr>
          <p:cNvPr id="8" name="Content left"/>
          <p:cNvSpPr>
            <a:spLocks noGrp="1"/>
          </p:cNvSpPr>
          <p:nvPr>
            <p:ph sz="quarter" idx="16" hasCustomPrompt="1"/>
          </p:nvPr>
        </p:nvSpPr>
        <p:spPr>
          <a:xfrm>
            <a:off x="479378" y="1449917"/>
            <a:ext cx="2600373" cy="4838699"/>
          </a:xfrm>
          <a:prstGeom prst="rect">
            <a:avLst/>
          </a:prstGeom>
          <a:noFill/>
        </p:spPr>
        <p:txBody>
          <a:bodyPr/>
          <a:lstStyle>
            <a:lvl1pPr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Click  to edit text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358245" y="740667"/>
            <a:ext cx="6297695" cy="323483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Click to edit subtitle</a:t>
            </a:r>
          </a:p>
        </p:txBody>
      </p:sp>
      <p:sp>
        <p:nvSpPr>
          <p:cNvPr id="14" name="Headline"/>
          <p:cNvSpPr>
            <a:spLocks noGrp="1"/>
          </p:cNvSpPr>
          <p:nvPr>
            <p:ph type="title" hasCustomPrompt="1"/>
          </p:nvPr>
        </p:nvSpPr>
        <p:spPr>
          <a:xfrm>
            <a:off x="358245" y="347193"/>
            <a:ext cx="9576425" cy="4633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Click to edit headline</a:t>
            </a:r>
          </a:p>
        </p:txBody>
      </p:sp>
      <p:sp>
        <p:nvSpPr>
          <p:cNvPr id="15" name="Slide Layout"/>
          <p:cNvSpPr/>
          <p:nvPr userDrawn="1"/>
        </p:nvSpPr>
        <p:spPr>
          <a:xfrm>
            <a:off x="-3075719" y="-2127042"/>
            <a:ext cx="6096000" cy="913199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Slide Layout: </a:t>
            </a:r>
          </a:p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1-2-1 Columns</a:t>
            </a:r>
          </a:p>
        </p:txBody>
      </p:sp>
      <p:sp>
        <p:nvSpPr>
          <p:cNvPr id="16" name="Copyright Bild"/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-956180" y="3128251"/>
            <a:ext cx="2277167" cy="364800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867" baseline="0">
                <a:solidFill>
                  <a:schemeClr val="accent4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e-DE" err="1"/>
              <a:t>image: © name of author </a:t>
            </a:r>
          </a:p>
        </p:txBody>
      </p:sp>
    </p:spTree>
    <p:extLst>
      <p:ext uri="{BB962C8B-B14F-4D97-AF65-F5344CB8AC3E}">
        <p14:creationId xmlns:p14="http://schemas.microsoft.com/office/powerpoint/2010/main" val="3651131181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"/>
          <p:cNvSpPr>
            <a:spLocks noGrp="1"/>
          </p:cNvSpPr>
          <p:nvPr>
            <p:ph type="ftr" sz="quarter" idx="11"/>
          </p:nvPr>
        </p:nvSpPr>
        <p:spPr>
          <a:xfrm>
            <a:off x="723149" y="6493693"/>
            <a:ext cx="3860800" cy="366183"/>
          </a:xfrm>
        </p:spPr>
        <p:txBody>
          <a:bodyPr/>
          <a:lstStyle/>
          <a:p>
            <a:r>
              <a:rPr lang="de-DE"/>
              <a:t>Aaron Groß | Test&amp;Validation | 5.11.2025</a:t>
            </a:r>
          </a:p>
        </p:txBody>
      </p:sp>
      <p:sp>
        <p:nvSpPr>
          <p:cNvPr id="12" name="Slide Numb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D50F826-6833-4BC2-8E2F-09FD84D58735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Content 4"/>
          <p:cNvSpPr>
            <a:spLocks noGrp="1"/>
          </p:cNvSpPr>
          <p:nvPr>
            <p:ph sz="quarter" idx="18" hasCustomPrompt="1"/>
          </p:nvPr>
        </p:nvSpPr>
        <p:spPr>
          <a:xfrm>
            <a:off x="9120336" y="1439333"/>
            <a:ext cx="2590800" cy="4849284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Click  to edit text</a:t>
            </a:r>
          </a:p>
        </p:txBody>
      </p:sp>
      <p:sp>
        <p:nvSpPr>
          <p:cNvPr id="9" name="Content 3"/>
          <p:cNvSpPr>
            <a:spLocks noGrp="1"/>
          </p:cNvSpPr>
          <p:nvPr>
            <p:ph sz="quarter" idx="17" hasCustomPrompt="1"/>
          </p:nvPr>
        </p:nvSpPr>
        <p:spPr>
          <a:xfrm>
            <a:off x="6240016" y="1439333"/>
            <a:ext cx="2590800" cy="4849284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Click  to edit text</a:t>
            </a:r>
          </a:p>
        </p:txBody>
      </p:sp>
      <p:sp>
        <p:nvSpPr>
          <p:cNvPr id="3" name="Content 2"/>
          <p:cNvSpPr>
            <a:spLocks noGrp="1"/>
          </p:cNvSpPr>
          <p:nvPr>
            <p:ph sz="quarter" idx="15" hasCustomPrompt="1"/>
          </p:nvPr>
        </p:nvSpPr>
        <p:spPr>
          <a:xfrm>
            <a:off x="3359696" y="1439333"/>
            <a:ext cx="2590800" cy="4849284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Click  to edit text</a:t>
            </a:r>
          </a:p>
        </p:txBody>
      </p:sp>
      <p:sp>
        <p:nvSpPr>
          <p:cNvPr id="8" name="Content 1"/>
          <p:cNvSpPr>
            <a:spLocks noGrp="1"/>
          </p:cNvSpPr>
          <p:nvPr>
            <p:ph sz="quarter" idx="16" hasCustomPrompt="1"/>
          </p:nvPr>
        </p:nvSpPr>
        <p:spPr>
          <a:xfrm>
            <a:off x="479376" y="1439333"/>
            <a:ext cx="2590800" cy="4849284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Click  to edit text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358245" y="740667"/>
            <a:ext cx="6297695" cy="323483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Click to edit subtitle</a:t>
            </a:r>
          </a:p>
        </p:txBody>
      </p:sp>
      <p:sp>
        <p:nvSpPr>
          <p:cNvPr id="5" name="Headline"/>
          <p:cNvSpPr>
            <a:spLocks noGrp="1"/>
          </p:cNvSpPr>
          <p:nvPr>
            <p:ph type="title" hasCustomPrompt="1"/>
          </p:nvPr>
        </p:nvSpPr>
        <p:spPr>
          <a:xfrm>
            <a:off x="358245" y="347193"/>
            <a:ext cx="9576425" cy="46337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de-DE"/>
              <a:t>Click to edit headline</a:t>
            </a:r>
          </a:p>
        </p:txBody>
      </p:sp>
      <p:sp>
        <p:nvSpPr>
          <p:cNvPr id="15" name="Slide Layout"/>
          <p:cNvSpPr/>
          <p:nvPr userDrawn="1"/>
        </p:nvSpPr>
        <p:spPr>
          <a:xfrm>
            <a:off x="-3075719" y="-2127042"/>
            <a:ext cx="6096000" cy="913199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Slide Layout: </a:t>
            </a:r>
          </a:p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4 Columns</a:t>
            </a:r>
          </a:p>
        </p:txBody>
      </p:sp>
      <p:sp>
        <p:nvSpPr>
          <p:cNvPr id="16" name="Copyright Bild"/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-956180" y="3128251"/>
            <a:ext cx="2277167" cy="364800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867" baseline="0">
                <a:solidFill>
                  <a:schemeClr val="accent4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e-DE" err="1"/>
              <a:t>image: © name of author </a:t>
            </a:r>
          </a:p>
        </p:txBody>
      </p:sp>
    </p:spTree>
    <p:extLst>
      <p:ext uri="{BB962C8B-B14F-4D97-AF65-F5344CB8AC3E}">
        <p14:creationId xmlns:p14="http://schemas.microsoft.com/office/powerpoint/2010/main" val="3725045613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"/>
          <p:cNvSpPr>
            <a:spLocks noGrp="1"/>
          </p:cNvSpPr>
          <p:nvPr>
            <p:ph type="ftr" sz="quarter" idx="11"/>
          </p:nvPr>
        </p:nvSpPr>
        <p:spPr>
          <a:xfrm>
            <a:off x="723149" y="6493693"/>
            <a:ext cx="3860800" cy="366183"/>
          </a:xfrm>
        </p:spPr>
        <p:txBody>
          <a:bodyPr/>
          <a:lstStyle/>
          <a:p>
            <a:r>
              <a:rPr lang="de-DE"/>
              <a:t>Aaron Groß | Test&amp;Validation | 5.11.2025</a:t>
            </a:r>
          </a:p>
        </p:txBody>
      </p:sp>
      <p:sp>
        <p:nvSpPr>
          <p:cNvPr id="21" name="Slide Number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D50F826-6833-4BC2-8E2F-09FD84D58735}" type="slidenum">
              <a:rPr lang="de-DE" smtClean="0"/>
              <a:t>‹Nr.›</a:t>
            </a:fld>
            <a:endParaRPr lang="de-DE"/>
          </a:p>
        </p:txBody>
      </p:sp>
      <p:sp>
        <p:nvSpPr>
          <p:cNvPr id="15" name="Background Image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679" y="1428750"/>
            <a:ext cx="12192000" cy="4847167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Insert Image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358244" y="740667"/>
            <a:ext cx="9575109" cy="323483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Click to edit subtitle</a:t>
            </a:r>
          </a:p>
        </p:txBody>
      </p:sp>
      <p:sp>
        <p:nvSpPr>
          <p:cNvPr id="5" name="Headline"/>
          <p:cNvSpPr>
            <a:spLocks noGrp="1"/>
          </p:cNvSpPr>
          <p:nvPr>
            <p:ph type="title" hasCustomPrompt="1"/>
          </p:nvPr>
        </p:nvSpPr>
        <p:spPr>
          <a:xfrm>
            <a:off x="358245" y="347193"/>
            <a:ext cx="9576425" cy="4633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Click to edit headline</a:t>
            </a:r>
          </a:p>
        </p:txBody>
      </p:sp>
      <p:grpSp>
        <p:nvGrpSpPr>
          <p:cNvPr id="3" name="Copyright Information Comment"/>
          <p:cNvGrpSpPr/>
          <p:nvPr userDrawn="1"/>
        </p:nvGrpSpPr>
        <p:grpSpPr>
          <a:xfrm>
            <a:off x="-3352799" y="4823969"/>
            <a:ext cx="3155244" cy="1599975"/>
            <a:chOff x="-2476500" y="3855720"/>
            <a:chExt cx="2366433" cy="1199981"/>
          </a:xfrm>
        </p:grpSpPr>
        <p:sp>
          <p:nvSpPr>
            <p:cNvPr id="2" name="Square 1"/>
            <p:cNvSpPr/>
            <p:nvPr userDrawn="1"/>
          </p:nvSpPr>
          <p:spPr>
            <a:xfrm>
              <a:off x="-2476500" y="3855720"/>
              <a:ext cx="2366433" cy="119998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11" name="Comment"/>
            <p:cNvSpPr txBox="1"/>
            <p:nvPr userDrawn="1"/>
          </p:nvSpPr>
          <p:spPr>
            <a:xfrm rot="10800000" flipH="1" flipV="1">
              <a:off x="-2400300" y="3994150"/>
              <a:ext cx="2140085" cy="106155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867" b="1" i="1" baseline="0">
                  <a:solidFill>
                    <a:schemeClr val="accent5">
                      <a:lumMod val="75000"/>
                    </a:schemeClr>
                  </a:solidFill>
                  <a:latin typeface="+mn-lt"/>
                </a:rPr>
                <a:t>!!! Attention !!!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1" baseline="0">
                  <a:solidFill>
                    <a:schemeClr val="bg1"/>
                  </a:solidFill>
                  <a:latin typeface="+mn-lt"/>
                </a:rPr>
                <a:t>This template requires copyright notices to be entered manually.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1" baseline="0">
                  <a:solidFill>
                    <a:schemeClr val="tx2"/>
                  </a:solidFill>
                  <a:latin typeface="+mn-lt"/>
                </a:rPr>
                <a:t>© MEKRA Lang GmbH &amp; Co. KG</a:t>
              </a:r>
            </a:p>
            <a:p>
              <a:pPr indent="0"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just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</p:grpSp>
      <p:sp>
        <p:nvSpPr>
          <p:cNvPr id="9" name="Copyright"/>
          <p:cNvSpPr>
            <a:spLocks noGrp="1"/>
          </p:cNvSpPr>
          <p:nvPr>
            <p:ph type="body" sz="quarter" idx="18" hasCustomPrompt="1"/>
          </p:nvPr>
        </p:nvSpPr>
        <p:spPr>
          <a:xfrm rot="16200000">
            <a:off x="-1099970" y="5380589"/>
            <a:ext cx="2578100" cy="364800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867">
                <a:solidFill>
                  <a:srgbClr val="AEAEAE"/>
                </a:solidFill>
              </a:defRPr>
            </a:lvl1pPr>
          </a:lstStyle>
          <a:p>
            <a:r>
              <a:rPr lang="de-DE"/>
              <a:t>© MEKRA Lang GmbH &amp; Co. KG</a:t>
            </a:r>
          </a:p>
        </p:txBody>
      </p:sp>
      <p:sp>
        <p:nvSpPr>
          <p:cNvPr id="16" name="Slide Layout"/>
          <p:cNvSpPr/>
          <p:nvPr userDrawn="1"/>
        </p:nvSpPr>
        <p:spPr>
          <a:xfrm>
            <a:off x="-3075719" y="-2127042"/>
            <a:ext cx="6096000" cy="913199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Slide Layout: </a:t>
            </a:r>
          </a:p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Image full width</a:t>
            </a:r>
          </a:p>
        </p:txBody>
      </p:sp>
      <p:sp>
        <p:nvSpPr>
          <p:cNvPr id="17" name="Copyright Bild"/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-956180" y="3128251"/>
            <a:ext cx="2277167" cy="364800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867" baseline="0">
                <a:solidFill>
                  <a:schemeClr val="accent4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e-DE" err="1"/>
              <a:t>image: © name of author </a:t>
            </a:r>
          </a:p>
        </p:txBody>
      </p:sp>
      <p:cxnSp>
        <p:nvCxnSpPr>
          <p:cNvPr id="18" name="Gerade Verbindung mit Pfeil 17"/>
          <p:cNvCxnSpPr/>
          <p:nvPr userDrawn="1"/>
        </p:nvCxnSpPr>
        <p:spPr>
          <a:xfrm>
            <a:off x="-3352800" y="6423944"/>
            <a:ext cx="3145479" cy="232889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8074205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 Columns -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D50F826-6833-4BC2-8E2F-09FD84D58735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Footer"/>
          <p:cNvSpPr>
            <a:spLocks noGrp="1"/>
          </p:cNvSpPr>
          <p:nvPr>
            <p:ph type="ftr" sz="quarter" idx="11"/>
          </p:nvPr>
        </p:nvSpPr>
        <p:spPr>
          <a:xfrm>
            <a:off x="723149" y="6493693"/>
            <a:ext cx="3860800" cy="366183"/>
          </a:xfrm>
        </p:spPr>
        <p:txBody>
          <a:bodyPr/>
          <a:lstStyle/>
          <a:p>
            <a:r>
              <a:rPr lang="de-DE"/>
              <a:t>Aaron Groß | Test&amp;Validation | 5.11.2025</a:t>
            </a:r>
          </a:p>
        </p:txBody>
      </p:sp>
      <p:cxnSp>
        <p:nvCxnSpPr>
          <p:cNvPr id="18" name="Line"/>
          <p:cNvCxnSpPr/>
          <p:nvPr userDrawn="1"/>
        </p:nvCxnSpPr>
        <p:spPr>
          <a:xfrm>
            <a:off x="484717" y="5897033"/>
            <a:ext cx="8358716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hart Content"/>
          <p:cNvSpPr>
            <a:spLocks noGrp="1"/>
          </p:cNvSpPr>
          <p:nvPr>
            <p:ph sz="quarter" idx="19" hasCustomPrompt="1"/>
          </p:nvPr>
        </p:nvSpPr>
        <p:spPr>
          <a:xfrm>
            <a:off x="7550151" y="1807633"/>
            <a:ext cx="1293284" cy="360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algn="r"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 $</a:t>
            </a:r>
          </a:p>
        </p:txBody>
      </p:sp>
      <p:sp>
        <p:nvSpPr>
          <p:cNvPr id="17" name="Chart Title"/>
          <p:cNvSpPr>
            <a:spLocks noGrp="1"/>
          </p:cNvSpPr>
          <p:nvPr>
            <p:ph sz="quarter" idx="18" hasCustomPrompt="1"/>
          </p:nvPr>
        </p:nvSpPr>
        <p:spPr>
          <a:xfrm>
            <a:off x="484718" y="1807633"/>
            <a:ext cx="7065433" cy="360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>
              <a:defRPr sz="1867" baseline="0">
                <a:solidFill>
                  <a:schemeClr val="bg1"/>
                </a:solidFill>
              </a:defRPr>
            </a:lvl1pPr>
          </a:lstStyle>
          <a:p>
            <a:r>
              <a:rPr lang="de-DE" sz="1600" b="1">
                <a:solidFill>
                  <a:schemeClr val="bg1"/>
                </a:solidFill>
              </a:rPr>
              <a:t>Graph Title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358245" y="740667"/>
            <a:ext cx="6297695" cy="323483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Click to edit subtitle</a:t>
            </a:r>
          </a:p>
        </p:txBody>
      </p:sp>
      <p:sp>
        <p:nvSpPr>
          <p:cNvPr id="5" name="Headline"/>
          <p:cNvSpPr>
            <a:spLocks noGrp="1"/>
          </p:cNvSpPr>
          <p:nvPr>
            <p:ph type="title" hasCustomPrompt="1"/>
          </p:nvPr>
        </p:nvSpPr>
        <p:spPr>
          <a:xfrm>
            <a:off x="358245" y="347193"/>
            <a:ext cx="9576425" cy="46337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de-DE"/>
              <a:t>Click to edit headline</a:t>
            </a:r>
          </a:p>
        </p:txBody>
      </p:sp>
      <p:sp>
        <p:nvSpPr>
          <p:cNvPr id="19" name="Slide Layout"/>
          <p:cNvSpPr/>
          <p:nvPr userDrawn="1"/>
        </p:nvSpPr>
        <p:spPr>
          <a:xfrm>
            <a:off x="-3075719" y="-2127042"/>
            <a:ext cx="6096000" cy="913199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Slide Layout: </a:t>
            </a:r>
          </a:p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3-1 Columns - Graph</a:t>
            </a:r>
          </a:p>
        </p:txBody>
      </p:sp>
      <p:sp>
        <p:nvSpPr>
          <p:cNvPr id="20" name="Copyright Bild"/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-956180" y="3128251"/>
            <a:ext cx="2277167" cy="364800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867" baseline="0">
                <a:solidFill>
                  <a:schemeClr val="accent4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e-DE" err="1"/>
              <a:t>image: © name of author </a:t>
            </a:r>
          </a:p>
        </p:txBody>
      </p:sp>
    </p:spTree>
    <p:extLst>
      <p:ext uri="{BB962C8B-B14F-4D97-AF65-F5344CB8AC3E}">
        <p14:creationId xmlns:p14="http://schemas.microsoft.com/office/powerpoint/2010/main" val="2924816018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2-1 Columns -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"/>
          <p:cNvSpPr>
            <a:spLocks noGrp="1"/>
          </p:cNvSpPr>
          <p:nvPr>
            <p:ph type="ftr" sz="quarter" idx="11"/>
          </p:nvPr>
        </p:nvSpPr>
        <p:spPr>
          <a:xfrm>
            <a:off x="723149" y="6493693"/>
            <a:ext cx="3860800" cy="366183"/>
          </a:xfrm>
        </p:spPr>
        <p:txBody>
          <a:bodyPr/>
          <a:lstStyle/>
          <a:p>
            <a:r>
              <a:rPr lang="de-DE"/>
              <a:t>Aaron Groß | Test&amp;Validation | 5.11.2025</a:t>
            </a:r>
          </a:p>
        </p:txBody>
      </p:sp>
      <p:sp>
        <p:nvSpPr>
          <p:cNvPr id="12" name="Slide Number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D50F826-6833-4BC2-8E2F-09FD84D58735}" type="slidenum">
              <a:rPr lang="de-DE" smtClean="0"/>
              <a:t>‹Nr.›</a:t>
            </a:fld>
            <a:endParaRPr lang="de-DE"/>
          </a:p>
        </p:txBody>
      </p:sp>
      <p:cxnSp>
        <p:nvCxnSpPr>
          <p:cNvPr id="28" name="Line"/>
          <p:cNvCxnSpPr/>
          <p:nvPr userDrawn="1"/>
        </p:nvCxnSpPr>
        <p:spPr>
          <a:xfrm>
            <a:off x="3367618" y="5897033"/>
            <a:ext cx="5475815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hart Content"/>
          <p:cNvSpPr>
            <a:spLocks noGrp="1"/>
          </p:cNvSpPr>
          <p:nvPr>
            <p:ph sz="quarter" idx="19" hasCustomPrompt="1"/>
          </p:nvPr>
        </p:nvSpPr>
        <p:spPr>
          <a:xfrm>
            <a:off x="8012854" y="1807633"/>
            <a:ext cx="830580" cy="360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algn="r"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 $</a:t>
            </a:r>
          </a:p>
        </p:txBody>
      </p:sp>
      <p:sp>
        <p:nvSpPr>
          <p:cNvPr id="26" name="Chart Title"/>
          <p:cNvSpPr>
            <a:spLocks noGrp="1"/>
          </p:cNvSpPr>
          <p:nvPr>
            <p:ph sz="quarter" idx="18" hasCustomPrompt="1"/>
          </p:nvPr>
        </p:nvSpPr>
        <p:spPr>
          <a:xfrm>
            <a:off x="3369734" y="1807633"/>
            <a:ext cx="4649469" cy="360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r>
              <a:rPr lang="de-DE" sz="1600" b="1">
                <a:solidFill>
                  <a:schemeClr val="bg1"/>
                </a:solidFill>
              </a:rPr>
              <a:t>Graph Title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358245" y="740667"/>
            <a:ext cx="6297695" cy="323483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Click to edit subtitle</a:t>
            </a:r>
          </a:p>
        </p:txBody>
      </p:sp>
      <p:sp>
        <p:nvSpPr>
          <p:cNvPr id="5" name="Headline"/>
          <p:cNvSpPr>
            <a:spLocks noGrp="1"/>
          </p:cNvSpPr>
          <p:nvPr>
            <p:ph type="title" hasCustomPrompt="1"/>
          </p:nvPr>
        </p:nvSpPr>
        <p:spPr>
          <a:xfrm>
            <a:off x="358245" y="347193"/>
            <a:ext cx="9576425" cy="4633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Click to edit headline</a:t>
            </a:r>
          </a:p>
        </p:txBody>
      </p:sp>
      <p:sp>
        <p:nvSpPr>
          <p:cNvPr id="15" name="Slide Layout"/>
          <p:cNvSpPr/>
          <p:nvPr userDrawn="1"/>
        </p:nvSpPr>
        <p:spPr>
          <a:xfrm>
            <a:off x="-3075719" y="-2127042"/>
            <a:ext cx="6096000" cy="913199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Slide Layout: </a:t>
            </a:r>
          </a:p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1-2-1 Columns - Graph</a:t>
            </a:r>
          </a:p>
        </p:txBody>
      </p:sp>
      <p:sp>
        <p:nvSpPr>
          <p:cNvPr id="16" name="Copyright Bild"/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-956180" y="3128251"/>
            <a:ext cx="2277167" cy="364800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867" baseline="0">
                <a:solidFill>
                  <a:schemeClr val="accent4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e-DE" err="1"/>
              <a:t>image: © name of author </a:t>
            </a:r>
          </a:p>
        </p:txBody>
      </p:sp>
    </p:spTree>
    <p:extLst>
      <p:ext uri="{BB962C8B-B14F-4D97-AF65-F5344CB8AC3E}">
        <p14:creationId xmlns:p14="http://schemas.microsoft.com/office/powerpoint/2010/main" val="3959626193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 picture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6011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endParaRPr lang="de-DE" noProof="0"/>
          </a:p>
        </p:txBody>
      </p:sp>
      <p:sp>
        <p:nvSpPr>
          <p:cNvPr id="20" name="Ellipse 90 Percent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0" cy="686011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endParaRPr lang="de-DE" noProof="0"/>
          </a:p>
        </p:txBody>
      </p:sp>
      <p:sp>
        <p:nvSpPr>
          <p:cNvPr id="25" name="Slide Layout"/>
          <p:cNvSpPr/>
          <p:nvPr userDrawn="1"/>
        </p:nvSpPr>
        <p:spPr>
          <a:xfrm>
            <a:off x="-3075719" y="-2127042"/>
            <a:ext cx="7602563" cy="913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Slide Layout: </a:t>
            </a:r>
          </a:p>
          <a:p>
            <a:pPr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2667" b="1" i="1" baseline="0">
                <a:solidFill>
                  <a:schemeClr val="bg1"/>
                </a:solidFill>
                <a:latin typeface="+mn-lt"/>
              </a:rPr>
              <a:t>Final slide</a:t>
            </a:r>
          </a:p>
        </p:txBody>
      </p:sp>
      <p:sp>
        <p:nvSpPr>
          <p:cNvPr id="26" name="Slide Number"/>
          <p:cNvSpPr>
            <a:spLocks noGrp="1"/>
          </p:cNvSpPr>
          <p:nvPr>
            <p:ph type="sldNum" sz="quarter" idx="4"/>
          </p:nvPr>
        </p:nvSpPr>
        <p:spPr>
          <a:xfrm>
            <a:off x="-124026" y="6457478"/>
            <a:ext cx="959457" cy="3472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67">
                <a:solidFill>
                  <a:schemeClr val="bg1"/>
                </a:solidFill>
              </a:defRPr>
            </a:lvl1pPr>
          </a:lstStyle>
          <a:p>
            <a:fld id="{9D50F826-6833-4BC2-8E2F-09FD84D58735}" type="slidenum">
              <a:rPr lang="de-DE" smtClean="0"/>
              <a:t>‹Nr.›</a:t>
            </a:fld>
            <a:endParaRPr lang="de-DE"/>
          </a:p>
        </p:txBody>
      </p:sp>
      <p:sp>
        <p:nvSpPr>
          <p:cNvPr id="28" name="Copyright Bild"/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-956181" y="5534400"/>
            <a:ext cx="2277167" cy="364800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867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e-DE" err="1"/>
              <a:t>image: © Please enter the author‘s name</a:t>
            </a:r>
            <a:endParaRPr lang="de-DE"/>
          </a:p>
        </p:txBody>
      </p:sp>
      <p:grpSp>
        <p:nvGrpSpPr>
          <p:cNvPr id="29" name="Hinweis Copyright Bild"/>
          <p:cNvGrpSpPr/>
          <p:nvPr userDrawn="1"/>
        </p:nvGrpSpPr>
        <p:grpSpPr>
          <a:xfrm>
            <a:off x="-3343564" y="3094596"/>
            <a:ext cx="3165800" cy="2666123"/>
            <a:chOff x="-2507672" y="2381907"/>
            <a:chExt cx="2335629" cy="1999592"/>
          </a:xfrm>
        </p:grpSpPr>
        <p:sp>
          <p:nvSpPr>
            <p:cNvPr id="33" name="Rechteck 32"/>
            <p:cNvSpPr/>
            <p:nvPr userDrawn="1"/>
          </p:nvSpPr>
          <p:spPr>
            <a:xfrm>
              <a:off x="-2507672" y="2381907"/>
              <a:ext cx="2333131" cy="19995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34" name="Hinweis"/>
            <p:cNvSpPr txBox="1"/>
            <p:nvPr userDrawn="1"/>
          </p:nvSpPr>
          <p:spPr>
            <a:xfrm rot="10800000" flipH="1" flipV="1">
              <a:off x="-2507672" y="2434129"/>
              <a:ext cx="2247458" cy="143306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1" baseline="0">
                  <a:solidFill>
                    <a:schemeClr val="bg1"/>
                  </a:solidFill>
                  <a:latin typeface="+mn-lt"/>
                </a:rPr>
                <a:t>If the hint is not readable in white, please use the following color.</a:t>
              </a:r>
            </a:p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1" baseline="0">
                  <a:solidFill>
                    <a:schemeClr val="bg1"/>
                  </a:solidFill>
                  <a:latin typeface="+mn-lt"/>
                </a:rPr>
                <a:t> 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67" b="0" baseline="0">
                  <a:solidFill>
                    <a:schemeClr val="tx2"/>
                  </a:solidFill>
                  <a:latin typeface="+mn-lt"/>
                </a:rPr>
                <a:t>(If no text is entered no text will be shown whilst the presentation mode is running.)</a:t>
              </a:r>
            </a:p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1" baseline="0">
                <a:solidFill>
                  <a:schemeClr val="tx2"/>
                </a:solidFill>
                <a:latin typeface="+mn-lt"/>
              </a:endParaRPr>
            </a:p>
            <a:p>
              <a:pPr marL="0" marR="0" lvl="0" indent="0" algn="just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  <p:pic>
          <p:nvPicPr>
            <p:cNvPr id="35" name="Picture 3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-2507672" y="2809875"/>
              <a:ext cx="2335629" cy="869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1" name="Gerade Verbindung mit Pfeil 40"/>
          <p:cNvCxnSpPr/>
          <p:nvPr userDrawn="1"/>
        </p:nvCxnSpPr>
        <p:spPr>
          <a:xfrm>
            <a:off x="-3343564" y="5762752"/>
            <a:ext cx="3145479" cy="76606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Change Background Picture"/>
          <p:cNvGrpSpPr/>
          <p:nvPr userDrawn="1"/>
        </p:nvGrpSpPr>
        <p:grpSpPr>
          <a:xfrm>
            <a:off x="-3343563" y="7122266"/>
            <a:ext cx="15606684" cy="1615519"/>
            <a:chOff x="-2507673" y="5341699"/>
            <a:chExt cx="11705013" cy="1211639"/>
          </a:xfrm>
        </p:grpSpPr>
        <p:sp>
          <p:nvSpPr>
            <p:cNvPr id="43" name="Background"/>
            <p:cNvSpPr/>
            <p:nvPr userDrawn="1"/>
          </p:nvSpPr>
          <p:spPr>
            <a:xfrm>
              <a:off x="-2507673" y="5341699"/>
              <a:ext cx="11651673" cy="12053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44" name="Textbox"/>
            <p:cNvSpPr txBox="1"/>
            <p:nvPr userDrawn="1"/>
          </p:nvSpPr>
          <p:spPr>
            <a:xfrm rot="10800000" flipH="1" flipV="1">
              <a:off x="-2114550" y="5490198"/>
              <a:ext cx="2076814" cy="26929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1" i="1" baseline="0" err="1">
                  <a:solidFill>
                    <a:schemeClr val="accent1"/>
                  </a:solidFill>
                  <a:latin typeface="+mn-lt"/>
                </a:rPr>
                <a:t>change background image</a:t>
              </a: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  <p:sp>
          <p:nvSpPr>
            <p:cNvPr id="45" name="Textbox"/>
            <p:cNvSpPr txBox="1"/>
            <p:nvPr userDrawn="1"/>
          </p:nvSpPr>
          <p:spPr>
            <a:xfrm rot="10800000" flipH="1" flipV="1">
              <a:off x="2984202" y="5482747"/>
              <a:ext cx="2013599" cy="36541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0" baseline="0">
                  <a:solidFill>
                    <a:schemeClr val="bg1"/>
                  </a:solidFill>
                  <a:latin typeface="+mn-lt"/>
                </a:rPr>
                <a:t>Deactivate second-to-last image place holder </a:t>
              </a:r>
            </a:p>
          </p:txBody>
        </p:sp>
        <p:sp>
          <p:nvSpPr>
            <p:cNvPr id="46" name="Textbox"/>
            <p:cNvSpPr txBox="1"/>
            <p:nvPr userDrawn="1"/>
          </p:nvSpPr>
          <p:spPr>
            <a:xfrm rot="10800000" flipH="1" flipV="1">
              <a:off x="256299" y="5454748"/>
              <a:ext cx="2309813" cy="65405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Activate selection and view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top </a:t>
              </a:r>
              <a:r>
                <a:rPr lang="de-DE" sz="1467" b="1" baseline="0">
                  <a:solidFill>
                    <a:schemeClr val="bg1"/>
                  </a:solidFill>
                  <a:latin typeface="+mn-lt"/>
                </a:rPr>
                <a:t>Menu</a:t>
              </a: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: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Start →  Edit → Mark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→ Selection</a:t>
              </a:r>
            </a:p>
            <a:p>
              <a:pPr indent="0"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  <p:sp>
          <p:nvSpPr>
            <p:cNvPr id="47" name="Textbox"/>
            <p:cNvSpPr txBox="1"/>
            <p:nvPr userDrawn="1"/>
          </p:nvSpPr>
          <p:spPr>
            <a:xfrm>
              <a:off x="-148564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1</a:t>
              </a:r>
            </a:p>
          </p:txBody>
        </p:sp>
        <p:sp>
          <p:nvSpPr>
            <p:cNvPr id="48" name="Textbox"/>
            <p:cNvSpPr txBox="1"/>
            <p:nvPr userDrawn="1"/>
          </p:nvSpPr>
          <p:spPr>
            <a:xfrm>
              <a:off x="2566112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49" name="Textbox"/>
            <p:cNvSpPr txBox="1"/>
            <p:nvPr userDrawn="1"/>
          </p:nvSpPr>
          <p:spPr>
            <a:xfrm rot="10800000" flipH="1" flipV="1">
              <a:off x="5290984" y="5490197"/>
              <a:ext cx="2013599" cy="35796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Insert  image from file</a:t>
              </a:r>
            </a:p>
          </p:txBody>
        </p:sp>
        <p:sp>
          <p:nvSpPr>
            <p:cNvPr id="50" name="Textbox"/>
            <p:cNvSpPr txBox="1"/>
            <p:nvPr userDrawn="1"/>
          </p:nvSpPr>
          <p:spPr>
            <a:xfrm>
              <a:off x="4872894" y="5515933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3</a:t>
              </a:r>
            </a:p>
          </p:txBody>
        </p:sp>
        <p:sp>
          <p:nvSpPr>
            <p:cNvPr id="51" name="Textbox"/>
            <p:cNvSpPr txBox="1"/>
            <p:nvPr userDrawn="1"/>
          </p:nvSpPr>
          <p:spPr>
            <a:xfrm rot="10800000" flipH="1" flipV="1">
              <a:off x="7530064" y="5482746"/>
              <a:ext cx="1667276" cy="2832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1467" b="0" baseline="0">
                  <a:solidFill>
                    <a:schemeClr val="bg1"/>
                  </a:solidFill>
                  <a:latin typeface="+mn-lt"/>
                </a:rPr>
                <a:t>Re-activate second-to-last image place holder </a:t>
              </a:r>
            </a:p>
          </p:txBody>
        </p:sp>
        <p:sp>
          <p:nvSpPr>
            <p:cNvPr id="52" name="Textbox"/>
            <p:cNvSpPr txBox="1"/>
            <p:nvPr userDrawn="1"/>
          </p:nvSpPr>
          <p:spPr>
            <a:xfrm>
              <a:off x="7111973" y="5508482"/>
              <a:ext cx="255550" cy="2385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de-DE" sz="1467">
                  <a:solidFill>
                    <a:schemeClr val="accent5"/>
                  </a:solidFill>
                </a:rPr>
                <a:t>4</a:t>
              </a:r>
            </a:p>
          </p:txBody>
        </p:sp>
        <p:pic>
          <p:nvPicPr>
            <p:cNvPr id="53" name="Picture 4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14409" y="5868659"/>
              <a:ext cx="983374" cy="665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2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984201" y="5908097"/>
              <a:ext cx="1263874" cy="645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" name="Picture 3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793289" y="5970081"/>
              <a:ext cx="1127427" cy="557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6" name="current status"/>
          <p:cNvSpPr>
            <a:spLocks noGrp="1"/>
          </p:cNvSpPr>
          <p:nvPr>
            <p:ph type="body" sz="quarter" idx="30" hasCustomPrompt="1"/>
          </p:nvPr>
        </p:nvSpPr>
        <p:spPr>
          <a:xfrm>
            <a:off x="7628810" y="6619960"/>
            <a:ext cx="2561828" cy="23804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67" b="1" baseline="0">
                <a:solidFill>
                  <a:schemeClr val="accent4"/>
                </a:solidFill>
              </a:defRPr>
            </a:lvl1pPr>
          </a:lstStyle>
          <a:p>
            <a:r>
              <a:rPr lang="de-DE" err="1"/>
              <a:t>Please insert current status for example as of: 09-2024</a:t>
            </a:r>
          </a:p>
          <a:p>
            <a:endParaRPr lang="de-DE"/>
          </a:p>
        </p:txBody>
      </p:sp>
      <p:sp>
        <p:nvSpPr>
          <p:cNvPr id="63" name="local laws or regulations"/>
          <p:cNvSpPr>
            <a:spLocks noGrp="1"/>
          </p:cNvSpPr>
          <p:nvPr>
            <p:ph type="body" sz="quarter" idx="23" hasCustomPrompt="1"/>
          </p:nvPr>
        </p:nvSpPr>
        <p:spPr>
          <a:xfrm>
            <a:off x="5130800" y="5551715"/>
            <a:ext cx="6582835" cy="1008744"/>
          </a:xfrm>
          <a:prstGeom prst="rect">
            <a:avLst/>
          </a:prstGeom>
        </p:spPr>
        <p:txBody>
          <a:bodyPr lIns="0" tIns="0" rIns="0" bIns="0"/>
          <a:lstStyle>
            <a:lvl1pPr algn="r">
              <a:spcBef>
                <a:spcPct val="0"/>
              </a:spcBef>
              <a:defRPr sz="1067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de-DE" err="1"/>
              <a:t>Please insert any information or notices required by local laws or regulations.</a:t>
            </a:r>
            <a:endParaRPr lang="de-DE"/>
          </a:p>
        </p:txBody>
      </p:sp>
      <p:sp>
        <p:nvSpPr>
          <p:cNvPr id="58" name="e-mail address"/>
          <p:cNvSpPr>
            <a:spLocks noGrp="1"/>
          </p:cNvSpPr>
          <p:nvPr>
            <p:ph type="body" sz="quarter" idx="32" hasCustomPrompt="1"/>
          </p:nvPr>
        </p:nvSpPr>
        <p:spPr>
          <a:xfrm>
            <a:off x="8397044" y="4199140"/>
            <a:ext cx="3316589" cy="248411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r" defTabSz="1219170" rtl="0" eaLnBrk="1" fontAlgn="auto" latinLnBrk="0" hangingPunct="1">
              <a:lnSpc>
                <a:spcPts val="192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de-DE" err="1"/>
              <a:t>Please insert e-mail address</a:t>
            </a:r>
            <a:endParaRPr lang="de-DE"/>
          </a:p>
          <a:p>
            <a:pPr lvl="0"/>
            <a:r>
              <a:rPr lang="de-DE"/>
              <a:t> </a:t>
            </a:r>
          </a:p>
        </p:txBody>
      </p:sp>
      <p:sp>
        <p:nvSpPr>
          <p:cNvPr id="57" name="department"/>
          <p:cNvSpPr>
            <a:spLocks noGrp="1"/>
          </p:cNvSpPr>
          <p:nvPr>
            <p:ph type="body" sz="quarter" idx="31" hasCustomPrompt="1"/>
          </p:nvPr>
        </p:nvSpPr>
        <p:spPr>
          <a:xfrm>
            <a:off x="6497193" y="3951373"/>
            <a:ext cx="5218697" cy="224387"/>
          </a:xfrm>
          <a:prstGeom prst="rect">
            <a:avLst/>
          </a:prstGeom>
        </p:spPr>
        <p:txBody>
          <a:bodyPr lIns="0" tIns="0" rIns="0" bIns="0"/>
          <a:lstStyle>
            <a:lvl1pPr algn="r">
              <a:lnSpc>
                <a:spcPts val="1920"/>
              </a:lnSpc>
              <a:spcBef>
                <a:spcPct val="0"/>
              </a:spcBef>
              <a:defRPr sz="1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name of  department responsible for this presentation</a:t>
            </a:r>
            <a:endParaRPr lang="de-DE"/>
          </a:p>
        </p:txBody>
      </p:sp>
      <p:sp>
        <p:nvSpPr>
          <p:cNvPr id="61" name="website"/>
          <p:cNvSpPr>
            <a:spLocks noGrp="1"/>
          </p:cNvSpPr>
          <p:nvPr>
            <p:ph type="body" sz="quarter" idx="35" hasCustomPrompt="1"/>
          </p:nvPr>
        </p:nvSpPr>
        <p:spPr>
          <a:xfrm>
            <a:off x="8397044" y="3084992"/>
            <a:ext cx="3316589" cy="686784"/>
          </a:xfrm>
          <a:prstGeom prst="rect">
            <a:avLst/>
          </a:prstGeom>
        </p:spPr>
        <p:txBody>
          <a:bodyPr lIns="0" tIns="0" rIns="0" bIns="0"/>
          <a:lstStyle>
            <a:lvl1pPr algn="r">
              <a:lnSpc>
                <a:spcPts val="1920"/>
              </a:lnSpc>
              <a:spcBef>
                <a:spcPct val="0"/>
              </a:spcBef>
              <a:tabLst>
                <a:tab pos="959976" algn="l"/>
                <a:tab pos="1372766" algn="l"/>
              </a:tabLst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Please insert Website URL</a:t>
            </a:r>
          </a:p>
        </p:txBody>
      </p:sp>
      <p:sp>
        <p:nvSpPr>
          <p:cNvPr id="60" name="phone + fax"/>
          <p:cNvSpPr>
            <a:spLocks noGrp="1"/>
          </p:cNvSpPr>
          <p:nvPr>
            <p:ph type="body" sz="quarter" idx="34" hasCustomPrompt="1"/>
          </p:nvPr>
        </p:nvSpPr>
        <p:spPr>
          <a:xfrm>
            <a:off x="8212667" y="2217857"/>
            <a:ext cx="3503223" cy="44546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r" defTabSz="1219170" rtl="0" eaLnBrk="1" fontAlgn="auto" latinLnBrk="0" hangingPunct="1">
              <a:lnSpc>
                <a:spcPts val="192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59961" algn="r"/>
                <a:tab pos="1991950" algn="l"/>
              </a:tabLst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Please insert phone + fax</a:t>
            </a:r>
          </a:p>
          <a:p>
            <a:pPr lvl="0"/>
            <a:endParaRPr lang="de-DE"/>
          </a:p>
        </p:txBody>
      </p:sp>
      <p:sp>
        <p:nvSpPr>
          <p:cNvPr id="59" name="company address"/>
          <p:cNvSpPr>
            <a:spLocks noGrp="1"/>
          </p:cNvSpPr>
          <p:nvPr>
            <p:ph type="body" sz="quarter" idx="33" hasCustomPrompt="1"/>
          </p:nvPr>
        </p:nvSpPr>
        <p:spPr>
          <a:xfrm>
            <a:off x="8397044" y="1649343"/>
            <a:ext cx="3316589" cy="460551"/>
          </a:xfrm>
          <a:prstGeom prst="rect">
            <a:avLst/>
          </a:prstGeom>
        </p:spPr>
        <p:txBody>
          <a:bodyPr lIns="0" tIns="0" rIns="0" bIns="0"/>
          <a:lstStyle>
            <a:lvl1pPr algn="r">
              <a:lnSpc>
                <a:spcPts val="1920"/>
              </a:lnSpc>
              <a:spcBef>
                <a:spcPct val="0"/>
              </a:spcBef>
              <a:tabLst>
                <a:tab pos="959976" algn="l"/>
                <a:tab pos="1372766" algn="l"/>
              </a:tabLst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Please insert company address</a:t>
            </a:r>
            <a:endParaRPr lang="de-DE"/>
          </a:p>
        </p:txBody>
      </p:sp>
      <p:sp>
        <p:nvSpPr>
          <p:cNvPr id="62" name="company name"/>
          <p:cNvSpPr>
            <a:spLocks noGrp="1"/>
          </p:cNvSpPr>
          <p:nvPr>
            <p:ph type="body" sz="quarter" idx="36" hasCustomPrompt="1"/>
          </p:nvPr>
        </p:nvSpPr>
        <p:spPr>
          <a:xfrm>
            <a:off x="8087361" y="1343296"/>
            <a:ext cx="3626273" cy="2518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err="1"/>
              <a:t>Please insert company name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239014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11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10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9.jpe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19" Type="http://schemas.openxmlformats.org/officeDocument/2006/relationships/image" Target="../media/image12.png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Aaron Groß | Test&amp;Validation | 5.11.2025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28B77-8F4F-47C5-8C32-1355091680B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71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rundlayout" descr="G:\Mekra DMS\Abteilungsdaten\HOP-PR\Corporate_Design\CI-Mekra\2015_Relaunch CI\CD-Handbuch\03_Entwurf\PowerPoint\Bilder für Präsentation\Layout.jpg" hidden="1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0"/>
            <a:ext cx="12192001" cy="6860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ich orange unten"/>
          <p:cNvCxnSpPr/>
          <p:nvPr/>
        </p:nvCxnSpPr>
        <p:spPr>
          <a:xfrm>
            <a:off x="365472" y="6530965"/>
            <a:ext cx="1181" cy="2400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ich orange oben"/>
          <p:cNvCxnSpPr/>
          <p:nvPr/>
        </p:nvCxnSpPr>
        <p:spPr>
          <a:xfrm flipH="1">
            <a:off x="368647" y="400783"/>
            <a:ext cx="0" cy="71040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1" name="MEKRA Lang Claim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20650" y="6578793"/>
            <a:ext cx="2563351" cy="17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Foliennummer"/>
          <p:cNvSpPr>
            <a:spLocks noGrp="1"/>
          </p:cNvSpPr>
          <p:nvPr>
            <p:ph type="sldNum" sz="quarter" idx="4"/>
          </p:nvPr>
        </p:nvSpPr>
        <p:spPr>
          <a:xfrm>
            <a:off x="-124026" y="6457478"/>
            <a:ext cx="959457" cy="3472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67">
                <a:solidFill>
                  <a:schemeClr val="accent4"/>
                </a:solidFill>
              </a:defRPr>
            </a:lvl1pPr>
          </a:lstStyle>
          <a:p>
            <a:fld id="{9D50F826-6833-4BC2-8E2F-09FD84D58735}" type="slidenum">
              <a:rPr lang="de-DE" smtClean="0"/>
              <a:t>‹Nr.›</a:t>
            </a:fld>
            <a:endParaRPr lang="de-DE"/>
          </a:p>
        </p:txBody>
      </p:sp>
      <p:sp>
        <p:nvSpPr>
          <p:cNvPr id="44" name="Fußzeile"/>
          <p:cNvSpPr>
            <a:spLocks noGrp="1"/>
          </p:cNvSpPr>
          <p:nvPr>
            <p:ph type="ftr" sz="quarter" idx="3"/>
          </p:nvPr>
        </p:nvSpPr>
        <p:spPr>
          <a:xfrm>
            <a:off x="723149" y="6493693"/>
            <a:ext cx="4548032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7">
                <a:solidFill>
                  <a:schemeClr val="accent4"/>
                </a:solidFill>
              </a:defRPr>
            </a:lvl1pPr>
          </a:lstStyle>
          <a:p>
            <a:r>
              <a:rPr lang="de-DE"/>
              <a:t>Aaron Groß | Test&amp;Validation | 5.11.2025</a:t>
            </a:r>
          </a:p>
        </p:txBody>
      </p:sp>
      <p:grpSp>
        <p:nvGrpSpPr>
          <p:cNvPr id="17" name="Hinweis Fußzeile"/>
          <p:cNvGrpSpPr/>
          <p:nvPr/>
        </p:nvGrpSpPr>
        <p:grpSpPr>
          <a:xfrm>
            <a:off x="1" y="7171735"/>
            <a:ext cx="5958417" cy="1080443"/>
            <a:chOff x="0" y="5378801"/>
            <a:chExt cx="4468813" cy="810332"/>
          </a:xfrm>
        </p:grpSpPr>
        <p:sp>
          <p:nvSpPr>
            <p:cNvPr id="26" name="Hintergrund"/>
            <p:cNvSpPr/>
            <p:nvPr userDrawn="1"/>
          </p:nvSpPr>
          <p:spPr>
            <a:xfrm>
              <a:off x="0" y="5378801"/>
              <a:ext cx="4468813" cy="81033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25" name="Hinweis: Fußzeile"/>
            <p:cNvSpPr txBox="1"/>
            <p:nvPr userDrawn="1"/>
          </p:nvSpPr>
          <p:spPr>
            <a:xfrm rot="10800000" flipH="1" flipV="1">
              <a:off x="142257" y="5505806"/>
              <a:ext cx="3162055" cy="64099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9051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1" baseline="0" err="1">
                  <a:solidFill>
                    <a:schemeClr val="accent1"/>
                  </a:solidFill>
                  <a:latin typeface="+mn-lt"/>
                </a:rPr>
                <a:t>adjust footer (per slide or for all slides)</a:t>
              </a:r>
            </a:p>
            <a:p>
              <a:pPr marL="0" marR="0" lvl="0" indent="0" algn="l" defTabSz="139051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Top </a:t>
              </a:r>
              <a:r>
                <a:rPr lang="de-DE" sz="1467" b="1" baseline="0">
                  <a:solidFill>
                    <a:schemeClr val="bg1"/>
                  </a:solidFill>
                  <a:latin typeface="+mn-lt"/>
                </a:rPr>
                <a:t>Menu</a:t>
              </a: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: </a:t>
              </a:r>
            </a:p>
            <a:p>
              <a:pPr marL="0" marR="0" lvl="0" indent="0" algn="l" defTabSz="139051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Insert → Text → Header and Footer</a:t>
              </a:r>
            </a:p>
          </p:txBody>
        </p:sp>
      </p:grpSp>
      <p:grpSp>
        <p:nvGrpSpPr>
          <p:cNvPr id="15" name="Hinweis Drucken"/>
          <p:cNvGrpSpPr/>
          <p:nvPr/>
        </p:nvGrpSpPr>
        <p:grpSpPr>
          <a:xfrm>
            <a:off x="12373901" y="-668785"/>
            <a:ext cx="3327923" cy="3851564"/>
            <a:chOff x="9391258" y="-7659"/>
            <a:chExt cx="2495942" cy="2888673"/>
          </a:xfrm>
        </p:grpSpPr>
        <p:sp>
          <p:nvSpPr>
            <p:cNvPr id="22" name="Hintergrund"/>
            <p:cNvSpPr/>
            <p:nvPr userDrawn="1"/>
          </p:nvSpPr>
          <p:spPr>
            <a:xfrm>
              <a:off x="9391258" y="-7659"/>
              <a:ext cx="2495942" cy="288867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pic>
          <p:nvPicPr>
            <p:cNvPr id="13" name="Picture Folienrahmen"/>
            <p:cNvPicPr>
              <a:picLocks noChangeAspect="1" noChangeArrowheads="1"/>
            </p:cNvPicPr>
            <p:nvPr userDrawn="1"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421071" y="887275"/>
              <a:ext cx="1238303" cy="156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Hinweistext Drucken"/>
            <p:cNvSpPr txBox="1"/>
            <p:nvPr userDrawn="1"/>
          </p:nvSpPr>
          <p:spPr>
            <a:xfrm rot="10800000" flipH="1" flipV="1">
              <a:off x="9391259" y="100141"/>
              <a:ext cx="2268116" cy="78808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1" i="1" baseline="0" err="1">
                  <a:solidFill>
                    <a:schemeClr val="accent1"/>
                  </a:solidFill>
                  <a:latin typeface="+mn-lt"/>
                </a:rPr>
                <a:t>activate slide frame to print</a:t>
              </a:r>
              <a:endParaRPr lang="de-DE" sz="1467" b="1" i="1" baseline="0">
                <a:solidFill>
                  <a:schemeClr val="accent1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Top </a:t>
              </a:r>
              <a:r>
                <a:rPr lang="de-DE" sz="1467" b="1" baseline="0">
                  <a:solidFill>
                    <a:schemeClr val="bg1"/>
                  </a:solidFill>
                  <a:latin typeface="+mn-lt"/>
                </a:rPr>
                <a:t>Menu</a:t>
              </a: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: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Data → Print → Entire Slide  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→ Slide Frame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</p:grpSp>
      <p:grpSp>
        <p:nvGrpSpPr>
          <p:cNvPr id="6" name="Hinweis Hilfslinien"/>
          <p:cNvGrpSpPr/>
          <p:nvPr/>
        </p:nvGrpSpPr>
        <p:grpSpPr>
          <a:xfrm>
            <a:off x="1" y="-796634"/>
            <a:ext cx="5958417" cy="676561"/>
            <a:chOff x="0" y="-597476"/>
            <a:chExt cx="4468813" cy="507421"/>
          </a:xfrm>
        </p:grpSpPr>
        <p:sp>
          <p:nvSpPr>
            <p:cNvPr id="18" name="Hintergrund"/>
            <p:cNvSpPr/>
            <p:nvPr userDrawn="1"/>
          </p:nvSpPr>
          <p:spPr>
            <a:xfrm>
              <a:off x="0" y="-597476"/>
              <a:ext cx="4468813" cy="50742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11" name="Hinweis: Hilfslinien"/>
            <p:cNvSpPr txBox="1"/>
            <p:nvPr userDrawn="1"/>
          </p:nvSpPr>
          <p:spPr>
            <a:xfrm rot="10800000" flipH="1" flipV="1">
              <a:off x="142257" y="-554071"/>
              <a:ext cx="4263488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9051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de-DE" sz="1467" b="1" i="0" u="none" strike="noStrike" kern="1200" cap="none" spc="0" normalizeH="0" baseline="0" noProof="0" err="1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show help lines</a:t>
              </a:r>
              <a:endParaRPr kumimoji="0" lang="de-DE" sz="1467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l" defTabSz="139051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de-DE" sz="1467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Top </a:t>
              </a:r>
              <a:r>
                <a:rPr kumimoji="0" lang="de-DE" sz="1467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Menu</a:t>
              </a:r>
              <a:r>
                <a:rPr kumimoji="0" lang="de-DE" sz="1467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: View </a:t>
              </a: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→</a:t>
              </a:r>
              <a:r>
                <a:rPr kumimoji="0" lang="de-DE" sz="1467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Show </a:t>
              </a: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→</a:t>
              </a:r>
              <a:r>
                <a:rPr kumimoji="0" lang="de-DE" sz="1467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Guides</a:t>
              </a:r>
            </a:p>
          </p:txBody>
        </p:sp>
      </p:grpSp>
      <p:grpSp>
        <p:nvGrpSpPr>
          <p:cNvPr id="7" name="Hinweis Layout"/>
          <p:cNvGrpSpPr/>
          <p:nvPr/>
        </p:nvGrpSpPr>
        <p:grpSpPr>
          <a:xfrm>
            <a:off x="-3343563" y="-815108"/>
            <a:ext cx="3163955" cy="1868631"/>
            <a:chOff x="-2459183" y="-611331"/>
            <a:chExt cx="2372966" cy="1401473"/>
          </a:xfrm>
        </p:grpSpPr>
        <p:sp>
          <p:nvSpPr>
            <p:cNvPr id="16" name="Hintergrund"/>
            <p:cNvSpPr/>
            <p:nvPr userDrawn="1"/>
          </p:nvSpPr>
          <p:spPr>
            <a:xfrm>
              <a:off x="-2459183" y="-611331"/>
              <a:ext cx="2372966" cy="138761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12" name="Hinweistext Layout"/>
            <p:cNvSpPr txBox="1"/>
            <p:nvPr userDrawn="1"/>
          </p:nvSpPr>
          <p:spPr>
            <a:xfrm rot="10800000" flipH="1" flipV="1">
              <a:off x="-2211922" y="-517958"/>
              <a:ext cx="1980000" cy="13081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1" i="1" baseline="0" err="1">
                  <a:solidFill>
                    <a:schemeClr val="accent1"/>
                  </a:solidFill>
                  <a:latin typeface="+mn-lt"/>
                </a:rPr>
                <a:t>change slide layout </a:t>
              </a:r>
              <a:br>
                <a:rPr lang="de-DE" sz="1467" b="1" baseline="0">
                  <a:solidFill>
                    <a:schemeClr val="accent5"/>
                  </a:solidFill>
                  <a:latin typeface="+mn-lt"/>
                </a:rPr>
              </a:b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Top Menu:</a:t>
              </a:r>
            </a:p>
            <a:p>
              <a:pPr marL="0" marR="0" lvl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Start → Slide → Layout</a:t>
              </a:r>
            </a:p>
            <a:p>
              <a:pPr marL="0" marR="0" lvl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1" i="1" baseline="0" err="1">
                  <a:solidFill>
                    <a:schemeClr val="accent1"/>
                  </a:solidFill>
                  <a:latin typeface="+mn-lt"/>
                </a:rPr>
                <a:t>revert slide to  original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Top Menu: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467" b="0" baseline="0">
                  <a:solidFill>
                    <a:schemeClr val="bg1"/>
                  </a:solidFill>
                  <a:latin typeface="+mn-lt"/>
                </a:rPr>
                <a:t>Start → Slide → Revert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</p:grpSp>
      <p:grpSp>
        <p:nvGrpSpPr>
          <p:cNvPr id="24" name="Copyright Image Information Comment"/>
          <p:cNvGrpSpPr/>
          <p:nvPr/>
        </p:nvGrpSpPr>
        <p:grpSpPr>
          <a:xfrm>
            <a:off x="-3343561" y="1531197"/>
            <a:ext cx="3163953" cy="1589955"/>
            <a:chOff x="-2484811" y="3872345"/>
            <a:chExt cx="2372965" cy="1299646"/>
          </a:xfrm>
        </p:grpSpPr>
        <p:sp>
          <p:nvSpPr>
            <p:cNvPr id="27" name="Square"/>
            <p:cNvSpPr/>
            <p:nvPr userDrawn="1"/>
          </p:nvSpPr>
          <p:spPr>
            <a:xfrm>
              <a:off x="-2484811" y="3872345"/>
              <a:ext cx="2372965" cy="129964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  <p:sp>
          <p:nvSpPr>
            <p:cNvPr id="28" name="Comment"/>
            <p:cNvSpPr txBox="1"/>
            <p:nvPr userDrawn="1"/>
          </p:nvSpPr>
          <p:spPr>
            <a:xfrm rot="10800000" flipH="1" flipV="1">
              <a:off x="-2477190" y="3910330"/>
              <a:ext cx="2247456" cy="110571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r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de-DE" sz="1867" b="1" i="1" baseline="0">
                  <a:solidFill>
                    <a:schemeClr val="accent5">
                      <a:lumMod val="75000"/>
                    </a:schemeClr>
                  </a:solidFill>
                  <a:latin typeface="+mn-lt"/>
                </a:rPr>
                <a:t>!!! Attention !!!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67" b="1" baseline="0">
                  <a:solidFill>
                    <a:schemeClr val="bg1"/>
                  </a:solidFill>
                  <a:latin typeface="+mn-lt"/>
                </a:rPr>
                <a:t>Images that are not </a:t>
              </a:r>
              <a:br>
                <a:rPr lang="en-US" sz="1467" b="1" baseline="0">
                  <a:solidFill>
                    <a:schemeClr val="bg1"/>
                  </a:solidFill>
                  <a:latin typeface="+mn-lt"/>
                </a:rPr>
              </a:br>
              <a:r>
                <a:rPr lang="en-US" sz="1467" b="1" baseline="0">
                  <a:solidFill>
                    <a:schemeClr val="bg1"/>
                  </a:solidFill>
                  <a:latin typeface="+mn-lt"/>
                </a:rPr>
                <a:t>MEKRA Lang GmbH &amp; Co. KG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67" b="1" baseline="0">
                  <a:solidFill>
                    <a:schemeClr val="bg1"/>
                  </a:solidFill>
                  <a:latin typeface="+mn-lt"/>
                </a:rPr>
                <a:t>licensed require copyright information to be added manually. 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1333" b="1" baseline="0" err="1">
                  <a:solidFill>
                    <a:schemeClr val="tx2"/>
                  </a:solidFill>
                  <a:latin typeface="+mn-lt"/>
                </a:rPr>
                <a:t>image: </a:t>
              </a:r>
              <a:r>
                <a:rPr lang="de-DE" sz="1333" b="1">
                  <a:solidFill>
                    <a:schemeClr val="tx2"/>
                  </a:solidFill>
                </a:rPr>
                <a:t>© </a:t>
              </a:r>
              <a:r>
                <a:rPr lang="de-DE" sz="1333" b="1" baseline="0">
                  <a:solidFill>
                    <a:schemeClr val="tx2"/>
                  </a:solidFill>
                  <a:latin typeface="+mn-lt"/>
                </a:rPr>
                <a:t>name of author </a:t>
              </a:r>
            </a:p>
            <a:p>
              <a:pPr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333" b="0" baseline="0">
                <a:solidFill>
                  <a:schemeClr val="bg1"/>
                </a:solidFill>
                <a:latin typeface="+mn-lt"/>
              </a:endParaRPr>
            </a:p>
            <a:p>
              <a:pPr indent="0"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just" defTabSz="121899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de-DE" sz="1467" b="0" baseline="0">
                <a:solidFill>
                  <a:schemeClr val="accent5"/>
                </a:solidFill>
                <a:latin typeface="+mn-lt"/>
              </a:endParaRPr>
            </a:p>
          </p:txBody>
        </p:sp>
      </p:grpSp>
      <p:sp>
        <p:nvSpPr>
          <p:cNvPr id="32" name="Copyright"/>
          <p:cNvSpPr txBox="1"/>
          <p:nvPr/>
        </p:nvSpPr>
        <p:spPr>
          <a:xfrm rot="16200000">
            <a:off x="-1049813" y="5429359"/>
            <a:ext cx="2479175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de-DE"/>
            </a:defPPr>
            <a:lvl1pPr marL="0" algn="l" defTabSz="914400" rtl="0" eaLnBrk="1" latinLnBrk="0" hangingPunct="1">
              <a:defRPr sz="65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67"/>
              <a:t>© MEKRA Lang GmbH &amp; Co. KG</a:t>
            </a:r>
          </a:p>
        </p:txBody>
      </p:sp>
      <p:cxnSp>
        <p:nvCxnSpPr>
          <p:cNvPr id="4" name="Gerade Verbindung mit Pfeil 3"/>
          <p:cNvCxnSpPr/>
          <p:nvPr userDrawn="1"/>
        </p:nvCxnSpPr>
        <p:spPr>
          <a:xfrm>
            <a:off x="-3333401" y="3121152"/>
            <a:ext cx="3073305" cy="1024128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MEKRA Lang Germany Logo"/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107935" y="286421"/>
            <a:ext cx="1610583" cy="8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Fußzeile"/>
          <p:cNvSpPr txBox="1"/>
          <p:nvPr userDrawn="1"/>
        </p:nvSpPr>
        <p:spPr>
          <a:xfrm>
            <a:off x="5277394" y="6493766"/>
            <a:ext cx="1637215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de-DE"/>
            </a:defPPr>
            <a:lvl1pPr marL="0" algn="l" defTabSz="914400" rtl="0" eaLnBrk="1" latinLnBrk="0" hangingPunct="1">
              <a:defRPr sz="65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67" cap="all" baseline="0" err="1">
                <a:solidFill>
                  <a:schemeClr val="accent2"/>
                </a:solidFill>
              </a:rPr>
              <a:t>Confidential</a:t>
            </a:r>
            <a:endParaRPr lang="de-DE" sz="867" cap="all" baseline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466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ransition/>
  <p:hf hdr="0" dt="0"/>
  <p:txStyles>
    <p:titleStyle>
      <a:lvl1pPr marL="0" marR="0" indent="0" algn="l" defTabSz="1219170" rtl="0" eaLnBrk="1" fontAlgn="auto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85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3"/>
            <a:ext cx="12191997" cy="6860029"/>
          </a:xfrm>
        </p:spPr>
      </p:pic>
      <p:sp>
        <p:nvSpPr>
          <p:cNvPr id="15" name="Bildplatzhalter 14"/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6"/>
          </p:nvPr>
        </p:nvSpPr>
        <p:spPr>
          <a:xfrm>
            <a:off x="7952127" y="3430058"/>
            <a:ext cx="3732004" cy="215960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accent1">
                    <a:lumMod val="50000"/>
                  </a:schemeClr>
                </a:solidFill>
              </a:rPr>
              <a:t>SOW 2 </a:t>
            </a:r>
          </a:p>
          <a:p>
            <a:pPr marL="0" indent="0" algn="ctr">
              <a:buNone/>
            </a:pPr>
            <a:r>
              <a:rPr lang="de-DE" sz="3600" dirty="0">
                <a:solidFill>
                  <a:schemeClr val="accent1">
                    <a:lumMod val="50000"/>
                  </a:schemeClr>
                </a:solidFill>
              </a:rPr>
              <a:t>Delay Measurement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50F826-6833-4BC2-8E2F-09FD84D58735}" type="slidenum">
              <a:rPr lang="de-DE" smtClean="0"/>
              <a:t>1</a:t>
            </a:fld>
            <a:endParaRPr lang="de-DE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484586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/>
            <a:r>
              <a:rPr lang="de-DE" dirty="0">
                <a:solidFill>
                  <a:srgbClr val="AEAEAE"/>
                </a:solidFill>
                <a:latin typeface="Calibri"/>
                <a:cs typeface="Arial"/>
              </a:rPr>
              <a:t>Jonas Völler| </a:t>
            </a:r>
            <a:r>
              <a:rPr lang="de-DE" dirty="0"/>
              <a:t>Electronics </a:t>
            </a:r>
            <a:r>
              <a:rPr lang="de-DE" dirty="0" err="1"/>
              <a:t>validation</a:t>
            </a:r>
            <a:r>
              <a:rPr lang="de-DE" dirty="0">
                <a:solidFill>
                  <a:srgbClr val="AEAEAE"/>
                </a:solidFill>
                <a:latin typeface="Calibri"/>
                <a:cs typeface="Arial"/>
              </a:rPr>
              <a:t>| 14.08.2026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defTabSz="1219170"/>
            <a:fld id="{9D50F826-6833-4BC2-8E2F-09FD84D58735}" type="slidenum">
              <a:rPr lang="de-DE">
                <a:solidFill>
                  <a:srgbClr val="AEAEAE"/>
                </a:solidFill>
                <a:latin typeface="Calibri"/>
                <a:cs typeface="Arial"/>
              </a:rPr>
              <a:pPr defTabSz="1219170"/>
              <a:t>2</a:t>
            </a:fld>
            <a:endParaRPr lang="de-DE">
              <a:solidFill>
                <a:srgbClr val="AEAEAE"/>
              </a:solidFill>
              <a:latin typeface="Calibri"/>
              <a:cs typeface="Arial"/>
            </a:endParaRPr>
          </a:p>
        </p:txBody>
      </p:sp>
      <p:sp>
        <p:nvSpPr>
          <p:cNvPr id="8" name="Inhaltsplatzhalter 7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lvl="1"/>
            <a:endParaRPr lang="en-US" sz="2000" b="1" dirty="0"/>
          </a:p>
          <a:p>
            <a:pPr lvl="1"/>
            <a:endParaRPr lang="en-US" sz="2000" b="1" dirty="0"/>
          </a:p>
          <a:p>
            <a:pPr lvl="1"/>
            <a:r>
              <a:rPr lang="en-US" sz="2400" b="1" dirty="0"/>
              <a:t>Premise:</a:t>
            </a:r>
          </a:p>
          <a:p>
            <a:pPr lvl="1"/>
            <a:r>
              <a:rPr lang="en-US" sz="2400" b="1" dirty="0"/>
              <a:t>How can we measure the time it takes for the ECU to process the incoming image data and send it to the vehicle?</a:t>
            </a:r>
          </a:p>
          <a:p>
            <a:pPr lvl="1"/>
            <a:endParaRPr lang="en-US" sz="2400" b="1" dirty="0"/>
          </a:p>
          <a:p>
            <a:pPr lvl="1"/>
            <a:r>
              <a:rPr lang="en-US" sz="2400" b="1" dirty="0"/>
              <a:t>Compare with Safety Goal 1</a:t>
            </a:r>
            <a:endParaRPr lang="de-DE" sz="2400" b="1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sz="2000" dirty="0">
                <a:solidFill>
                  <a:schemeClr val="accent1">
                    <a:lumMod val="50000"/>
                  </a:schemeClr>
                </a:solidFill>
              </a:rPr>
              <a:t>Delay Measurement</a:t>
            </a:r>
          </a:p>
          <a:p>
            <a:endParaRPr lang="de-DE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SOW 2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0735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4B188-124D-B276-1551-09CDB8822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E86D00-8020-ACAD-6A91-DC85522F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/>
            <a:r>
              <a:rPr lang="de-DE" dirty="0">
                <a:solidFill>
                  <a:srgbClr val="AEAEAE"/>
                </a:solidFill>
                <a:latin typeface="Calibri"/>
                <a:cs typeface="Arial"/>
              </a:rPr>
              <a:t>Jonas Völler| </a:t>
            </a:r>
            <a:r>
              <a:rPr lang="de-DE" dirty="0"/>
              <a:t>Electronics </a:t>
            </a:r>
            <a:r>
              <a:rPr lang="de-DE" dirty="0" err="1"/>
              <a:t>validation</a:t>
            </a:r>
            <a:r>
              <a:rPr lang="de-DE" dirty="0">
                <a:solidFill>
                  <a:srgbClr val="AEAEAE"/>
                </a:solidFill>
                <a:latin typeface="Calibri"/>
                <a:cs typeface="Arial"/>
              </a:rPr>
              <a:t>| 14.08.2026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615C36-252C-8EA7-3DCB-4A240F55FBC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defTabSz="1219170"/>
            <a:fld id="{9D50F826-6833-4BC2-8E2F-09FD84D58735}" type="slidenum">
              <a:rPr lang="de-DE">
                <a:solidFill>
                  <a:srgbClr val="AEAEAE"/>
                </a:solidFill>
                <a:latin typeface="Calibri"/>
                <a:cs typeface="Arial"/>
              </a:rPr>
              <a:pPr defTabSz="1219170"/>
              <a:t>3</a:t>
            </a:fld>
            <a:endParaRPr lang="de-DE">
              <a:solidFill>
                <a:srgbClr val="AEAEAE"/>
              </a:solidFill>
              <a:latin typeface="Calibri"/>
              <a:cs typeface="Arial"/>
            </a:endParaRP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58DE137-C069-F7C1-DAA5-83DCBC19650A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lvl="1"/>
            <a:endParaRPr lang="en-US" sz="2000" b="1" dirty="0"/>
          </a:p>
          <a:p>
            <a:pPr lvl="1"/>
            <a:r>
              <a:rPr lang="en-US" sz="2000" b="1" dirty="0"/>
              <a:t>Objective from Safety Goal 1:</a:t>
            </a:r>
          </a:p>
          <a:p>
            <a:pPr lvl="1"/>
            <a:endParaRPr lang="en-US" sz="2000" b="1" dirty="0"/>
          </a:p>
          <a:p>
            <a:pPr lvl="1"/>
            <a:endParaRPr lang="en-US" sz="2000" b="1" dirty="0"/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The delay must be less than 50ms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The delay is to be measured as follows:</a:t>
            </a:r>
            <a:br>
              <a:rPr lang="en-US" sz="2000" b="1" dirty="0"/>
            </a:br>
            <a:r>
              <a:rPr lang="en-US" sz="2000" b="1" dirty="0"/>
              <a:t>From the start of a frame at the input to the start of the frame at the output OR, equivalently, e.g. from end to end</a:t>
            </a:r>
          </a:p>
          <a:p>
            <a:pPr lvl="1"/>
            <a:endParaRPr lang="en-US" sz="2000" b="1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B73A561-D030-582D-2C7B-31227AA7FB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sz="2000" dirty="0">
                <a:solidFill>
                  <a:schemeClr val="accent1">
                    <a:lumMod val="50000"/>
                  </a:schemeClr>
                </a:solidFill>
              </a:rPr>
              <a:t>Delay Measurement</a:t>
            </a:r>
          </a:p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E4C6DCD-2579-5958-0978-5C486D037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SOW 2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6899CBC-316A-CC56-41E9-49FBB2BE77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32293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F1A47-750C-D7E8-0570-7AE070F3B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7743C86D-5EFC-64EA-DC7F-C7A1495E0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536" y="1195751"/>
            <a:ext cx="7705176" cy="537531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0AE338-A9D9-4122-5D45-70083CD25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/>
            <a:r>
              <a:rPr lang="de-DE" dirty="0">
                <a:solidFill>
                  <a:srgbClr val="AEAEAE"/>
                </a:solidFill>
                <a:latin typeface="Calibri"/>
                <a:cs typeface="Arial"/>
              </a:rPr>
              <a:t>Jonas Völler| </a:t>
            </a:r>
            <a:r>
              <a:rPr lang="de-DE" dirty="0"/>
              <a:t>Electronics </a:t>
            </a:r>
            <a:r>
              <a:rPr lang="de-DE" dirty="0" err="1"/>
              <a:t>validation</a:t>
            </a:r>
            <a:r>
              <a:rPr lang="de-DE" dirty="0">
                <a:solidFill>
                  <a:srgbClr val="AEAEAE"/>
                </a:solidFill>
                <a:latin typeface="Calibri"/>
                <a:cs typeface="Arial"/>
              </a:rPr>
              <a:t>| 14.08.2026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104BA4-966A-D044-0DC7-BDC0D7D4DEA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defTabSz="1219170"/>
            <a:fld id="{9D50F826-6833-4BC2-8E2F-09FD84D58735}" type="slidenum">
              <a:rPr lang="de-DE">
                <a:solidFill>
                  <a:srgbClr val="AEAEAE"/>
                </a:solidFill>
                <a:latin typeface="Calibri"/>
                <a:cs typeface="Arial"/>
              </a:rPr>
              <a:pPr defTabSz="1219170"/>
              <a:t>4</a:t>
            </a:fld>
            <a:endParaRPr lang="de-DE">
              <a:solidFill>
                <a:srgbClr val="AEAEAE"/>
              </a:solidFill>
              <a:latin typeface="Calibri"/>
              <a:cs typeface="Arial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2197079-E519-2F4F-C535-1736BD4767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sz="2000" dirty="0">
                <a:solidFill>
                  <a:schemeClr val="accent1">
                    <a:lumMod val="50000"/>
                  </a:schemeClr>
                </a:solidFill>
              </a:rPr>
              <a:t>Delay Measurement - </a:t>
            </a:r>
            <a:r>
              <a:rPr lang="en-US" sz="2000" b="1" dirty="0"/>
              <a:t>Schematic diagram  of setup</a:t>
            </a:r>
            <a:endParaRPr lang="de-DE" sz="20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88202F1-BFB5-76C3-FA88-3E52DDF23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SOW 2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D4FCA3C-2859-6080-086E-A9096116B9B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466300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18AD3-265C-6962-FE76-3987206CC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7C7836-526B-8BEF-7A35-D83591CD0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/>
            <a:r>
              <a:rPr lang="de-DE" dirty="0">
                <a:solidFill>
                  <a:srgbClr val="AEAEAE"/>
                </a:solidFill>
                <a:latin typeface="Calibri"/>
                <a:cs typeface="Arial"/>
              </a:rPr>
              <a:t>Jonas Völler| </a:t>
            </a:r>
            <a:r>
              <a:rPr lang="de-DE" dirty="0"/>
              <a:t>Electronics </a:t>
            </a:r>
            <a:r>
              <a:rPr lang="de-DE" dirty="0" err="1"/>
              <a:t>validation</a:t>
            </a:r>
            <a:r>
              <a:rPr lang="de-DE" dirty="0">
                <a:solidFill>
                  <a:srgbClr val="AEAEAE"/>
                </a:solidFill>
                <a:latin typeface="Calibri"/>
                <a:cs typeface="Arial"/>
              </a:rPr>
              <a:t>| 14.08.2026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307B6F-A555-CC7C-0E97-EC2EFA1A239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defTabSz="1219170"/>
            <a:fld id="{9D50F826-6833-4BC2-8E2F-09FD84D58735}" type="slidenum">
              <a:rPr lang="de-DE">
                <a:solidFill>
                  <a:srgbClr val="AEAEAE"/>
                </a:solidFill>
                <a:latin typeface="Calibri"/>
                <a:cs typeface="Arial"/>
              </a:rPr>
              <a:pPr defTabSz="1219170"/>
              <a:t>5</a:t>
            </a:fld>
            <a:endParaRPr lang="de-DE">
              <a:solidFill>
                <a:srgbClr val="AEAEAE"/>
              </a:solidFill>
              <a:latin typeface="Calibri"/>
              <a:cs typeface="Arial"/>
            </a:endParaRP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3264A51-80C5-D190-C518-8C274612E6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9376" y="1439332"/>
            <a:ext cx="10316850" cy="4849285"/>
          </a:xfrm>
        </p:spPr>
        <p:txBody>
          <a:bodyPr/>
          <a:lstStyle/>
          <a:p>
            <a:r>
              <a:rPr lang="de-DE" sz="2000" b="1" dirty="0" err="1"/>
              <a:t>Latency</a:t>
            </a:r>
            <a:r>
              <a:rPr lang="de-DE" sz="2000" b="1" dirty="0"/>
              <a:t> Measurement Setup:</a:t>
            </a:r>
          </a:p>
          <a:p>
            <a:endParaRPr lang="de-DE" sz="1400" b="1" dirty="0"/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b="1" dirty="0"/>
              <a:t>GMSL2 stream </a:t>
            </a:r>
            <a:r>
              <a:rPr lang="de-DE" b="1" dirty="0" err="1"/>
              <a:t>tapped</a:t>
            </a:r>
            <a:r>
              <a:rPr lang="de-DE" b="1" dirty="0"/>
              <a:t> </a:t>
            </a:r>
            <a:r>
              <a:rPr lang="de-DE" b="1" dirty="0" err="1"/>
              <a:t>between</a:t>
            </a:r>
            <a:r>
              <a:rPr lang="de-DE" b="1" dirty="0"/>
              <a:t> SOW 1 and ECU via the CM </a:t>
            </a:r>
            <a:r>
              <a:rPr lang="de-DE" b="1" dirty="0" err="1"/>
              <a:t>SerDes</a:t>
            </a:r>
            <a:r>
              <a:rPr lang="de-DE" b="1" dirty="0"/>
              <a:t> </a:t>
            </a:r>
            <a:r>
              <a:rPr lang="de-DE" b="1" dirty="0" err="1"/>
              <a:t>capture</a:t>
            </a:r>
            <a:r>
              <a:rPr lang="de-DE" b="1" dirty="0"/>
              <a:t> </a:t>
            </a:r>
            <a:r>
              <a:rPr lang="de-DE" b="1" dirty="0" err="1"/>
              <a:t>module</a:t>
            </a:r>
            <a:r>
              <a:rPr lang="de-DE" b="1" dirty="0"/>
              <a:t> (tap </a:t>
            </a:r>
            <a:r>
              <a:rPr lang="de-DE" b="1" dirty="0" err="1"/>
              <a:t>mode</a:t>
            </a:r>
            <a:r>
              <a:rPr lang="de-DE" b="1" dirty="0"/>
              <a:t>)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b="1" dirty="0"/>
              <a:t>Incoming </a:t>
            </a:r>
            <a:r>
              <a:rPr lang="de-DE" b="1" dirty="0" err="1"/>
              <a:t>packets</a:t>
            </a:r>
            <a:r>
              <a:rPr lang="de-DE" b="1" dirty="0"/>
              <a:t> </a:t>
            </a:r>
            <a:r>
              <a:rPr lang="de-DE" b="1" dirty="0" err="1"/>
              <a:t>are</a:t>
            </a:r>
            <a:r>
              <a:rPr lang="de-DE" b="1" dirty="0"/>
              <a:t> </a:t>
            </a:r>
            <a:r>
              <a:rPr lang="de-DE" b="1" dirty="0" err="1"/>
              <a:t>timestamped</a:t>
            </a:r>
            <a:r>
              <a:rPr lang="de-DE" b="1" dirty="0"/>
              <a:t> and </a:t>
            </a:r>
            <a:r>
              <a:rPr lang="de-DE" b="1" dirty="0" err="1"/>
              <a:t>stored</a:t>
            </a:r>
            <a:r>
              <a:rPr lang="de-DE" b="1" dirty="0"/>
              <a:t> on the PC/HIL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b="1" dirty="0"/>
              <a:t>ECU </a:t>
            </a:r>
            <a:r>
              <a:rPr lang="de-DE" b="1" dirty="0" err="1"/>
              <a:t>processes</a:t>
            </a:r>
            <a:r>
              <a:rPr lang="de-DE" b="1" dirty="0"/>
              <a:t> the </a:t>
            </a:r>
            <a:r>
              <a:rPr lang="de-DE" b="1" dirty="0" err="1"/>
              <a:t>data</a:t>
            </a:r>
            <a:r>
              <a:rPr lang="de-DE" b="1" dirty="0"/>
              <a:t> and </a:t>
            </a:r>
            <a:r>
              <a:rPr lang="de-DE" b="1" dirty="0" err="1"/>
              <a:t>re</a:t>
            </a:r>
            <a:r>
              <a:rPr lang="de-DE" b="1" dirty="0"/>
              <a:t>-outputs it as an RTP stream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b="1" dirty="0"/>
              <a:t>RTP stream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timestamped</a:t>
            </a:r>
            <a:r>
              <a:rPr lang="de-DE" b="1" dirty="0"/>
              <a:t> by the CM1000High </a:t>
            </a:r>
            <a:r>
              <a:rPr lang="de-DE" b="1" dirty="0" err="1"/>
              <a:t>capture</a:t>
            </a:r>
            <a:r>
              <a:rPr lang="de-DE" b="1" dirty="0"/>
              <a:t> </a:t>
            </a:r>
            <a:r>
              <a:rPr lang="de-DE" b="1" dirty="0" err="1"/>
              <a:t>module</a:t>
            </a:r>
            <a:r>
              <a:rPr lang="de-DE" b="1" dirty="0"/>
              <a:t> and </a:t>
            </a:r>
            <a:r>
              <a:rPr lang="de-DE" b="1" dirty="0" err="1"/>
              <a:t>stored</a:t>
            </a:r>
            <a:r>
              <a:rPr lang="de-DE" b="1" dirty="0"/>
              <a:t> on the PC/HIL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b="1" dirty="0"/>
              <a:t>Both </a:t>
            </a:r>
            <a:r>
              <a:rPr lang="de-DE" b="1" dirty="0" err="1"/>
              <a:t>capture</a:t>
            </a:r>
            <a:r>
              <a:rPr lang="de-DE" b="1" dirty="0"/>
              <a:t> </a:t>
            </a:r>
            <a:r>
              <a:rPr lang="de-DE" b="1" dirty="0" err="1"/>
              <a:t>modules</a:t>
            </a:r>
            <a:r>
              <a:rPr lang="de-DE" b="1" dirty="0"/>
              <a:t> </a:t>
            </a:r>
            <a:r>
              <a:rPr lang="de-DE" b="1" dirty="0" err="1"/>
              <a:t>are</a:t>
            </a:r>
            <a:r>
              <a:rPr lang="de-DE" b="1" dirty="0"/>
              <a:t> time-</a:t>
            </a:r>
            <a:r>
              <a:rPr lang="de-DE" b="1" dirty="0" err="1"/>
              <a:t>synchronized</a:t>
            </a:r>
            <a:r>
              <a:rPr lang="de-DE" b="1" dirty="0"/>
              <a:t> via the same </a:t>
            </a:r>
            <a:r>
              <a:rPr lang="de-DE" b="1" dirty="0" err="1"/>
              <a:t>gPTP</a:t>
            </a:r>
            <a:r>
              <a:rPr lang="de-DE" b="1" dirty="0"/>
              <a:t> </a:t>
            </a:r>
            <a:r>
              <a:rPr lang="de-DE" b="1" dirty="0" err="1"/>
              <a:t>grandmaster</a:t>
            </a:r>
            <a:endParaRPr lang="de-DE" b="1" dirty="0"/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b="1" dirty="0"/>
              <a:t>A </a:t>
            </a:r>
            <a:r>
              <a:rPr lang="de-DE" b="1" dirty="0" err="1"/>
              <a:t>trigger</a:t>
            </a:r>
            <a:r>
              <a:rPr lang="de-DE" b="1" dirty="0"/>
              <a:t> </a:t>
            </a:r>
            <a:r>
              <a:rPr lang="de-DE" b="1" dirty="0" err="1"/>
              <a:t>event</a:t>
            </a:r>
            <a:r>
              <a:rPr lang="de-DE" b="1" dirty="0"/>
              <a:t> visible in the </a:t>
            </a:r>
            <a:r>
              <a:rPr lang="de-DE" b="1" dirty="0" err="1"/>
              <a:t>video</a:t>
            </a:r>
            <a:r>
              <a:rPr lang="de-DE" b="1" dirty="0"/>
              <a:t> stream links </a:t>
            </a:r>
            <a:r>
              <a:rPr lang="de-DE" b="1" dirty="0" err="1"/>
              <a:t>both</a:t>
            </a:r>
            <a:r>
              <a:rPr lang="de-DE" b="1" dirty="0"/>
              <a:t> </a:t>
            </a:r>
            <a:r>
              <a:rPr lang="de-DE" b="1" dirty="0" err="1"/>
              <a:t>traces</a:t>
            </a:r>
            <a:r>
              <a:rPr lang="de-DE" b="1" dirty="0"/>
              <a:t> → </a:t>
            </a:r>
            <a:r>
              <a:rPr lang="de-DE" b="1" dirty="0" err="1"/>
              <a:t>enables</a:t>
            </a:r>
            <a:r>
              <a:rPr lang="de-DE" b="1" dirty="0"/>
              <a:t> time-</a:t>
            </a:r>
            <a:r>
              <a:rPr lang="de-DE" b="1" dirty="0" err="1"/>
              <a:t>difference</a:t>
            </a:r>
            <a:r>
              <a:rPr lang="de-DE" b="1" dirty="0"/>
              <a:t> (</a:t>
            </a:r>
            <a:r>
              <a:rPr lang="de-DE" b="1" dirty="0" err="1"/>
              <a:t>latency</a:t>
            </a:r>
            <a:r>
              <a:rPr lang="de-DE" b="1" dirty="0"/>
              <a:t>) </a:t>
            </a:r>
            <a:r>
              <a:rPr lang="de-DE" b="1" dirty="0" err="1"/>
              <a:t>calculation</a:t>
            </a:r>
            <a:endParaRPr lang="de-DE" b="1" dirty="0"/>
          </a:p>
          <a:p>
            <a:endParaRPr lang="en-US" sz="1400" b="1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6AB3F2C-8972-DBCF-646B-99E6A2F68F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sz="2000" dirty="0">
                <a:solidFill>
                  <a:schemeClr val="accent1">
                    <a:lumMod val="50000"/>
                  </a:schemeClr>
                </a:solidFill>
              </a:rPr>
              <a:t>Delay Measurement - </a:t>
            </a:r>
            <a:r>
              <a:rPr lang="de-DE" sz="2000" b="1" dirty="0"/>
              <a:t>How It Works </a:t>
            </a:r>
            <a:endParaRPr lang="de-DE" sz="20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5FAB888-8DC0-7B1E-CF11-A9D05BE95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SOW 2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5C9CE75-04BF-3531-D1D5-4B88E25463A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654816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5486C-CC94-BBFB-07FD-FEB4261AF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EE2393-3A32-8A4F-61D1-863AF97B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/>
            <a:r>
              <a:rPr lang="de-DE" dirty="0">
                <a:solidFill>
                  <a:srgbClr val="AEAEAE"/>
                </a:solidFill>
                <a:latin typeface="Calibri"/>
                <a:cs typeface="Arial"/>
              </a:rPr>
              <a:t>Jonas Völler| </a:t>
            </a:r>
            <a:r>
              <a:rPr lang="de-DE" dirty="0"/>
              <a:t>Electronics </a:t>
            </a:r>
            <a:r>
              <a:rPr lang="de-DE" dirty="0" err="1"/>
              <a:t>validation</a:t>
            </a:r>
            <a:r>
              <a:rPr lang="de-DE" dirty="0">
                <a:solidFill>
                  <a:srgbClr val="AEAEAE"/>
                </a:solidFill>
                <a:latin typeface="Calibri"/>
                <a:cs typeface="Arial"/>
              </a:rPr>
              <a:t>| 14.08.2026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E57117-63B4-C82C-78B5-41F529989E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defTabSz="1219170"/>
            <a:fld id="{9D50F826-6833-4BC2-8E2F-09FD84D58735}" type="slidenum">
              <a:rPr lang="de-DE">
                <a:solidFill>
                  <a:srgbClr val="AEAEAE"/>
                </a:solidFill>
                <a:latin typeface="Calibri"/>
                <a:cs typeface="Arial"/>
              </a:rPr>
              <a:pPr defTabSz="1219170"/>
              <a:t>6</a:t>
            </a:fld>
            <a:endParaRPr lang="de-DE">
              <a:solidFill>
                <a:srgbClr val="AEAEAE"/>
              </a:solidFill>
              <a:latin typeface="Calibri"/>
              <a:cs typeface="Arial"/>
            </a:endParaRP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1046D27-0112-C976-1BC6-E4CA1FFAB4E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4804" y="1449380"/>
            <a:ext cx="10087697" cy="4849285"/>
          </a:xfrm>
        </p:spPr>
        <p:txBody>
          <a:bodyPr/>
          <a:lstStyle/>
          <a:p>
            <a:pPr lvl="1"/>
            <a:endParaRPr lang="en-US" sz="1800" b="1" dirty="0"/>
          </a:p>
          <a:p>
            <a:pPr lvl="1"/>
            <a:endParaRPr lang="en-US" sz="1800" b="1" dirty="0"/>
          </a:p>
          <a:p>
            <a:pPr lvl="1"/>
            <a:r>
              <a:rPr lang="en-US" sz="1800" b="1" dirty="0"/>
              <a:t>The software must configure the imager to generate a defined event: </a:t>
            </a:r>
          </a:p>
          <a:p>
            <a:pPr lvl="1"/>
            <a:r>
              <a:rPr lang="en-US" sz="1800" b="1" dirty="0"/>
              <a:t>Switching from a live image to a test image for example. </a:t>
            </a:r>
          </a:p>
          <a:p>
            <a:pPr lvl="1"/>
            <a:r>
              <a:rPr lang="en-US" sz="1800" b="1" dirty="0"/>
              <a:t>Here, the switch is used as the event to link the two traces together.</a:t>
            </a:r>
          </a:p>
          <a:p>
            <a:pPr lvl="1"/>
            <a:endParaRPr lang="en-US" sz="1800" b="1" dirty="0"/>
          </a:p>
          <a:p>
            <a:pPr lvl="1"/>
            <a:r>
              <a:rPr lang="en-US" sz="1800" b="1" dirty="0"/>
              <a:t>Framerate Imager and Framerate RTP-Stream identical.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75E5848-F33B-FDD3-3D17-99F3169E66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8245" y="740667"/>
            <a:ext cx="8062274" cy="323483"/>
          </a:xfrm>
        </p:spPr>
        <p:txBody>
          <a:bodyPr/>
          <a:lstStyle/>
          <a:p>
            <a:r>
              <a:rPr lang="de-DE" sz="2000" dirty="0">
                <a:solidFill>
                  <a:schemeClr val="accent1">
                    <a:lumMod val="50000"/>
                  </a:schemeClr>
                </a:solidFill>
              </a:rPr>
              <a:t>Delay Measurement - </a:t>
            </a:r>
            <a:r>
              <a:rPr lang="en-US" sz="2000" b="1" dirty="0"/>
              <a:t>Prerequisite:</a:t>
            </a:r>
          </a:p>
          <a:p>
            <a:endParaRPr lang="de-DE" sz="20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29ACC94-10E1-31CF-9840-0FA090AF6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SOW 2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8D3D2D4-DD67-A236-135A-A4FFF11DAF8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298948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558D5-B52A-8923-555C-1F96100AB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DD32E6-A7A7-D291-B909-313F67CA9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/>
            <a:r>
              <a:rPr lang="de-DE" dirty="0">
                <a:solidFill>
                  <a:srgbClr val="AEAEAE"/>
                </a:solidFill>
                <a:latin typeface="Calibri"/>
                <a:cs typeface="Arial"/>
              </a:rPr>
              <a:t>Jonas Völler| </a:t>
            </a:r>
            <a:r>
              <a:rPr lang="de-DE" dirty="0"/>
              <a:t>Electronics </a:t>
            </a:r>
            <a:r>
              <a:rPr lang="de-DE" dirty="0" err="1"/>
              <a:t>validation</a:t>
            </a:r>
            <a:r>
              <a:rPr lang="de-DE" dirty="0">
                <a:solidFill>
                  <a:srgbClr val="AEAEAE"/>
                </a:solidFill>
                <a:latin typeface="Calibri"/>
                <a:cs typeface="Arial"/>
              </a:rPr>
              <a:t>| 14.08.2026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4F87CE-C97D-77EA-A76F-185A24E2328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defTabSz="1219170"/>
            <a:fld id="{9D50F826-6833-4BC2-8E2F-09FD84D58735}" type="slidenum">
              <a:rPr lang="de-DE">
                <a:solidFill>
                  <a:srgbClr val="AEAEAE"/>
                </a:solidFill>
                <a:latin typeface="Calibri"/>
                <a:cs typeface="Arial"/>
              </a:rPr>
              <a:pPr defTabSz="1219170"/>
              <a:t>7</a:t>
            </a:fld>
            <a:endParaRPr lang="de-DE">
              <a:solidFill>
                <a:srgbClr val="AEAEAE"/>
              </a:solidFill>
              <a:latin typeface="Calibri"/>
              <a:cs typeface="Arial"/>
            </a:endParaRP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222F760-5192-A9EB-115D-EB2D334F1AC4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800" y="1457624"/>
            <a:ext cx="2358045" cy="1903630"/>
          </a:xfrm>
          <a:prstGeom prst="rect">
            <a:avLst/>
          </a:prstGeom>
          <a:noFill/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3067D1F-5731-C2E9-37DF-E859CD6E71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8245" y="740667"/>
            <a:ext cx="7903362" cy="323483"/>
          </a:xfrm>
        </p:spPr>
        <p:txBody>
          <a:bodyPr/>
          <a:lstStyle/>
          <a:p>
            <a:r>
              <a:rPr lang="de-DE" sz="2000" dirty="0">
                <a:solidFill>
                  <a:schemeClr val="accent1">
                    <a:lumMod val="50000"/>
                  </a:schemeClr>
                </a:solidFill>
              </a:rPr>
              <a:t>Delay Measurement - </a:t>
            </a:r>
            <a:r>
              <a:rPr lang="de-DE" sz="2000" b="1" dirty="0"/>
              <a:t>Switch </a:t>
            </a:r>
            <a:r>
              <a:rPr lang="de-DE" sz="2000" b="1" dirty="0" err="1"/>
              <a:t>from</a:t>
            </a:r>
            <a:r>
              <a:rPr lang="de-DE" sz="2000" b="1" dirty="0"/>
              <a:t> </a:t>
            </a:r>
            <a:r>
              <a:rPr lang="de-DE" sz="2000" b="1" dirty="0" err="1"/>
              <a:t>liveview</a:t>
            </a:r>
            <a:r>
              <a:rPr lang="de-DE" sz="2000" b="1" dirty="0"/>
              <a:t> to </a:t>
            </a:r>
            <a:r>
              <a:rPr lang="de-DE" sz="2000" b="1" dirty="0" err="1"/>
              <a:t>testimage</a:t>
            </a:r>
            <a:r>
              <a:rPr lang="de-DE" sz="2000" b="1" dirty="0"/>
              <a:t> </a:t>
            </a:r>
            <a:r>
              <a:rPr lang="de-DE" sz="2000" b="1" dirty="0" err="1"/>
              <a:t>triggered</a:t>
            </a:r>
            <a:endParaRPr lang="de-DE" sz="2000" b="1" dirty="0"/>
          </a:p>
          <a:p>
            <a:endParaRPr lang="de-DE" sz="20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0A697B-7BB1-8E85-0D11-3041F5E5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SOW 2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CFE477-4F14-1827-256B-F17B84C3E6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CAAD3F1-E64C-C2E7-2374-017B5562CD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263" y="1457624"/>
            <a:ext cx="2358045" cy="190363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E1235C4-41D9-0720-0F42-ACEA202481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800" y="3941528"/>
            <a:ext cx="2379537" cy="190363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805BB93B-68A1-6F2F-004D-7087C5E81CB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263" y="3941529"/>
            <a:ext cx="2379538" cy="1903630"/>
          </a:xfrm>
          <a:prstGeom prst="rect">
            <a:avLst/>
          </a:prstGeom>
        </p:spPr>
      </p:pic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D78B1BD1-B2BC-F59F-BD67-73293825C721}"/>
              </a:ext>
            </a:extLst>
          </p:cNvPr>
          <p:cNvSpPr/>
          <p:nvPr/>
        </p:nvSpPr>
        <p:spPr>
          <a:xfrm>
            <a:off x="4367104" y="2247697"/>
            <a:ext cx="795737" cy="3234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74310060-DB17-434E-E8C3-0CA981A39BB3}"/>
              </a:ext>
            </a:extLst>
          </p:cNvPr>
          <p:cNvSpPr/>
          <p:nvPr/>
        </p:nvSpPr>
        <p:spPr>
          <a:xfrm>
            <a:off x="4350720" y="4752402"/>
            <a:ext cx="795737" cy="3234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02852DE-6808-BD8B-7939-4B5C447D7D3F}"/>
              </a:ext>
            </a:extLst>
          </p:cNvPr>
          <p:cNvSpPr txBox="1"/>
          <p:nvPr/>
        </p:nvSpPr>
        <p:spPr>
          <a:xfrm>
            <a:off x="8261607" y="2258832"/>
            <a:ext cx="176824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CM </a:t>
            </a:r>
            <a:r>
              <a:rPr lang="de-DE" b="1" dirty="0" err="1"/>
              <a:t>SerDes</a:t>
            </a:r>
            <a:endParaRPr lang="de-DE" b="1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C072AD1-BA83-2107-A1F0-5D204DC71CC3}"/>
              </a:ext>
            </a:extLst>
          </p:cNvPr>
          <p:cNvSpPr txBox="1"/>
          <p:nvPr/>
        </p:nvSpPr>
        <p:spPr>
          <a:xfrm>
            <a:off x="8261607" y="4722757"/>
            <a:ext cx="176824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CM 1000 High</a:t>
            </a:r>
          </a:p>
        </p:txBody>
      </p:sp>
    </p:spTree>
    <p:extLst>
      <p:ext uri="{BB962C8B-B14F-4D97-AF65-F5344CB8AC3E}">
        <p14:creationId xmlns:p14="http://schemas.microsoft.com/office/powerpoint/2010/main" val="261767617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DBD9B-E7D3-2EC3-6A62-BB96A781D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6D0D51-C2D2-4EAB-5DE4-C754B3E8F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/>
            <a:r>
              <a:rPr lang="de-DE" dirty="0">
                <a:solidFill>
                  <a:srgbClr val="AEAEAE"/>
                </a:solidFill>
                <a:latin typeface="Calibri"/>
                <a:cs typeface="Arial"/>
              </a:rPr>
              <a:t>Jonas Völler| </a:t>
            </a:r>
            <a:r>
              <a:rPr lang="de-DE" dirty="0"/>
              <a:t>Electronics </a:t>
            </a:r>
            <a:r>
              <a:rPr lang="de-DE" dirty="0" err="1"/>
              <a:t>validation</a:t>
            </a:r>
            <a:r>
              <a:rPr lang="de-DE" dirty="0">
                <a:solidFill>
                  <a:srgbClr val="AEAEAE"/>
                </a:solidFill>
                <a:latin typeface="Calibri"/>
                <a:cs typeface="Arial"/>
              </a:rPr>
              <a:t>| 14.08.2026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3CE7B3-0D2B-132F-15BC-81BB2B0B47F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defTabSz="1219170"/>
            <a:fld id="{9D50F826-6833-4BC2-8E2F-09FD84D58735}" type="slidenum">
              <a:rPr lang="de-DE">
                <a:solidFill>
                  <a:srgbClr val="AEAEAE"/>
                </a:solidFill>
                <a:latin typeface="Calibri"/>
                <a:cs typeface="Arial"/>
              </a:rPr>
              <a:pPr defTabSz="1219170"/>
              <a:t>8</a:t>
            </a:fld>
            <a:endParaRPr lang="de-DE">
              <a:solidFill>
                <a:srgbClr val="AEAEAE"/>
              </a:solidFill>
              <a:latin typeface="Calibri"/>
              <a:cs typeface="Arial"/>
            </a:endParaRP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BBF46AD7-4EC8-4D80-29D3-3A5080EC6893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1840946591"/>
              </p:ext>
            </p:extLst>
          </p:nvPr>
        </p:nvGraphicFramePr>
        <p:xfrm>
          <a:off x="961745" y="1797475"/>
          <a:ext cx="9876791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791">
                  <a:extLst>
                    <a:ext uri="{9D8B030D-6E8A-4147-A177-3AD203B41FA5}">
                      <a16:colId xmlns:a16="http://schemas.microsoft.com/office/drawing/2014/main" val="1891994845"/>
                    </a:ext>
                  </a:extLst>
                </a:gridCol>
                <a:gridCol w="3132000">
                  <a:extLst>
                    <a:ext uri="{9D8B030D-6E8A-4147-A177-3AD203B41FA5}">
                      <a16:colId xmlns:a16="http://schemas.microsoft.com/office/drawing/2014/main" val="2098653712"/>
                    </a:ext>
                  </a:extLst>
                </a:gridCol>
                <a:gridCol w="3132000">
                  <a:extLst>
                    <a:ext uri="{9D8B030D-6E8A-4147-A177-3AD203B41FA5}">
                      <a16:colId xmlns:a16="http://schemas.microsoft.com/office/drawing/2014/main" val="1292782834"/>
                    </a:ext>
                  </a:extLst>
                </a:gridCol>
                <a:gridCol w="2421000">
                  <a:extLst>
                    <a:ext uri="{9D8B030D-6E8A-4147-A177-3AD203B41FA5}">
                      <a16:colId xmlns:a16="http://schemas.microsoft.com/office/drawing/2014/main" val="11583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Match: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Timestamp</a:t>
                      </a:r>
                      <a:r>
                        <a:rPr lang="de-DE" dirty="0"/>
                        <a:t> frame CM </a:t>
                      </a:r>
                      <a:r>
                        <a:rPr lang="de-DE" dirty="0" err="1"/>
                        <a:t>SerDes</a:t>
                      </a:r>
                      <a:r>
                        <a:rPr lang="de-DE" dirty="0"/>
                        <a:t> [</a:t>
                      </a:r>
                      <a:r>
                        <a:rPr lang="de-DE" dirty="0" err="1"/>
                        <a:t>ns</a:t>
                      </a:r>
                      <a:r>
                        <a:rPr lang="de-DE" dirty="0"/>
                        <a:t>]: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Timestamp</a:t>
                      </a:r>
                      <a:r>
                        <a:rPr lang="de-DE" dirty="0"/>
                        <a:t> frame CM 1000 High [</a:t>
                      </a:r>
                      <a:r>
                        <a:rPr lang="de-DE" dirty="0" err="1"/>
                        <a:t>ns</a:t>
                      </a:r>
                      <a:r>
                        <a:rPr lang="de-DE" dirty="0"/>
                        <a:t>]: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b="1" dirty="0" err="1"/>
                        <a:t>Latency</a:t>
                      </a:r>
                      <a:r>
                        <a:rPr lang="de-DE" sz="2400" b="1" dirty="0"/>
                        <a:t> [</a:t>
                      </a:r>
                      <a:r>
                        <a:rPr lang="de-DE" sz="2400" b="1" dirty="0" err="1"/>
                        <a:t>ms</a:t>
                      </a:r>
                      <a:r>
                        <a:rPr lang="de-DE" sz="2400" b="1" dirty="0"/>
                        <a:t>]: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42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1780477730622727242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1780477730328733618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293,9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914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1780477730655711294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1780477730362017498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293,6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27384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1780477730689225451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1780477730395301546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293,9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37268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1780477730722320683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1780477730428586546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293,7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57512997"/>
                  </a:ext>
                </a:extLst>
              </a:tr>
            </a:tbl>
          </a:graphicData>
        </a:graphic>
      </p:graphicFrame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0A8D9A4-25A1-1A07-009A-8C7431B747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sz="2000" dirty="0">
                <a:solidFill>
                  <a:schemeClr val="accent1">
                    <a:lumMod val="50000"/>
                  </a:schemeClr>
                </a:solidFill>
              </a:rPr>
              <a:t>Delay Measurement - </a:t>
            </a:r>
            <a:r>
              <a:rPr lang="de-DE" sz="2000" b="1" dirty="0" err="1">
                <a:solidFill>
                  <a:schemeClr val="accent3"/>
                </a:solidFill>
              </a:rPr>
              <a:t>Results</a:t>
            </a:r>
            <a:endParaRPr lang="de-DE" sz="2000" b="1" dirty="0">
              <a:solidFill>
                <a:schemeClr val="accent3"/>
              </a:solidFill>
            </a:endParaRPr>
          </a:p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82E4D5B-9E2A-2117-D6CE-2A6D6C54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SOW 2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DF625D1-398A-A952-92B7-7E163E15B0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A4667B9-CB4F-B81B-27C4-8CD074C40088}"/>
              </a:ext>
            </a:extLst>
          </p:cNvPr>
          <p:cNvSpPr txBox="1"/>
          <p:nvPr/>
        </p:nvSpPr>
        <p:spPr>
          <a:xfrm>
            <a:off x="989452" y="4922970"/>
            <a:ext cx="9425978" cy="1138773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de-DE" sz="2000" b="1" dirty="0" err="1">
                <a:solidFill>
                  <a:schemeClr val="accent3"/>
                </a:solidFill>
              </a:rPr>
              <a:t>Measurments</a:t>
            </a:r>
            <a:r>
              <a:rPr lang="de-DE" sz="2000" b="1" dirty="0">
                <a:solidFill>
                  <a:schemeClr val="accent3"/>
                </a:solidFill>
              </a:rPr>
              <a:t>  </a:t>
            </a:r>
            <a:r>
              <a:rPr lang="de-DE" sz="2000" b="1" dirty="0" err="1">
                <a:solidFill>
                  <a:schemeClr val="accent3"/>
                </a:solidFill>
              </a:rPr>
              <a:t>were</a:t>
            </a:r>
            <a:r>
              <a:rPr lang="de-DE" sz="2000" b="1" dirty="0">
                <a:solidFill>
                  <a:schemeClr val="accent3"/>
                </a:solidFill>
              </a:rPr>
              <a:t> </a:t>
            </a:r>
            <a:r>
              <a:rPr lang="de-DE" sz="2000" b="1" dirty="0" err="1">
                <a:solidFill>
                  <a:schemeClr val="accent3"/>
                </a:solidFill>
              </a:rPr>
              <a:t>done</a:t>
            </a:r>
            <a:r>
              <a:rPr lang="de-DE" sz="2000" b="1" dirty="0">
                <a:solidFill>
                  <a:schemeClr val="accent3"/>
                </a:solidFill>
              </a:rPr>
              <a:t> on June 11th 2026 on B2 </a:t>
            </a:r>
            <a:r>
              <a:rPr lang="de-DE" sz="2000" b="1" dirty="0" err="1">
                <a:solidFill>
                  <a:schemeClr val="accent3"/>
                </a:solidFill>
              </a:rPr>
              <a:t>Devboard</a:t>
            </a:r>
            <a:r>
              <a:rPr lang="de-DE" sz="2000" b="1" dirty="0">
                <a:solidFill>
                  <a:schemeClr val="accent3"/>
                </a:solidFill>
              </a:rPr>
              <a:t> </a:t>
            </a:r>
            <a:r>
              <a:rPr lang="de-DE" sz="2000" b="1" dirty="0" err="1">
                <a:solidFill>
                  <a:schemeClr val="accent3"/>
                </a:solidFill>
              </a:rPr>
              <a:t>with</a:t>
            </a:r>
            <a:r>
              <a:rPr lang="de-DE" sz="2000" b="1" dirty="0">
                <a:solidFill>
                  <a:schemeClr val="accent3"/>
                </a:solidFill>
              </a:rPr>
              <a:t> DevDrop: SW03Z14</a:t>
            </a:r>
          </a:p>
          <a:p>
            <a:endParaRPr lang="de-DE" sz="2000" b="1" dirty="0">
              <a:solidFill>
                <a:schemeClr val="accent3"/>
              </a:solidFill>
            </a:endParaRPr>
          </a:p>
          <a:p>
            <a:r>
              <a:rPr lang="de-DE" sz="2000" b="1" dirty="0">
                <a:solidFill>
                  <a:schemeClr val="accent3"/>
                </a:solidFill>
              </a:rPr>
              <a:t>For </a:t>
            </a:r>
            <a:r>
              <a:rPr lang="de-DE" sz="2000" b="1" dirty="0" err="1">
                <a:solidFill>
                  <a:schemeClr val="accent3"/>
                </a:solidFill>
              </a:rPr>
              <a:t>repetion</a:t>
            </a:r>
            <a:r>
              <a:rPr lang="de-DE" sz="2000" b="1" dirty="0">
                <a:solidFill>
                  <a:schemeClr val="accent3"/>
                </a:solidFill>
              </a:rPr>
              <a:t> the SW </a:t>
            </a:r>
            <a:r>
              <a:rPr lang="de-DE" sz="2000" b="1" dirty="0" err="1">
                <a:solidFill>
                  <a:schemeClr val="accent3"/>
                </a:solidFill>
              </a:rPr>
              <a:t>must</a:t>
            </a:r>
            <a:r>
              <a:rPr lang="de-DE" sz="2000" b="1" dirty="0">
                <a:solidFill>
                  <a:schemeClr val="accent3"/>
                </a:solidFill>
              </a:rPr>
              <a:t> </a:t>
            </a:r>
            <a:r>
              <a:rPr lang="de-DE" sz="2000" b="1" dirty="0" err="1">
                <a:solidFill>
                  <a:schemeClr val="accent3"/>
                </a:solidFill>
              </a:rPr>
              <a:t>meet</a:t>
            </a:r>
            <a:r>
              <a:rPr lang="de-DE" sz="2000" b="1" dirty="0">
                <a:solidFill>
                  <a:schemeClr val="accent3"/>
                </a:solidFill>
              </a:rPr>
              <a:t> the </a:t>
            </a:r>
            <a:r>
              <a:rPr lang="en-US" sz="2000" b="1" dirty="0"/>
              <a:t>Prerequisite mentioned on page 6.</a:t>
            </a:r>
            <a:r>
              <a:rPr lang="de-DE" sz="2000" b="1" dirty="0">
                <a:solidFill>
                  <a:schemeClr val="accent3"/>
                </a:solidFill>
              </a:rPr>
              <a:t> </a:t>
            </a:r>
          </a:p>
          <a:p>
            <a:pPr algn="r"/>
            <a:r>
              <a:rPr lang="de-DE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62628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Bildplatzhalter 85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3"/>
            <a:ext cx="12191997" cy="6860029"/>
          </a:xfrm>
        </p:spPr>
      </p:pic>
      <p:sp>
        <p:nvSpPr>
          <p:cNvPr id="81" name="Bildplatzhalter 80"/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50F826-6833-4BC2-8E2F-09FD84D58735}" type="slidenum">
              <a:rPr lang="de-DE" smtClean="0"/>
              <a:t>9</a:t>
            </a:fld>
            <a:endParaRPr lang="de-DE"/>
          </a:p>
        </p:txBody>
      </p:sp>
      <p:sp>
        <p:nvSpPr>
          <p:cNvPr id="82" name="Textplatzhalter 8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3" name="Textplatzhalter 82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/>
              <a:t>Type of </a:t>
            </a:r>
            <a:r>
              <a:rPr lang="de-DE" dirty="0" err="1"/>
              <a:t>company</a:t>
            </a:r>
            <a:r>
              <a:rPr lang="de-DE" dirty="0"/>
              <a:t>: </a:t>
            </a:r>
          </a:p>
          <a:p>
            <a:r>
              <a:rPr lang="de-DE" dirty="0"/>
              <a:t>Kommanditgesellschaft (limited </a:t>
            </a:r>
            <a:r>
              <a:rPr lang="de-DE" dirty="0" err="1"/>
              <a:t>commercial</a:t>
            </a:r>
            <a:r>
              <a:rPr lang="de-DE" dirty="0"/>
              <a:t> </a:t>
            </a:r>
            <a:r>
              <a:rPr lang="de-DE" dirty="0" err="1"/>
              <a:t>partnership</a:t>
            </a:r>
            <a:r>
              <a:rPr lang="de-DE" dirty="0"/>
              <a:t>). Registered </a:t>
            </a:r>
            <a:r>
              <a:rPr lang="de-DE" dirty="0" err="1"/>
              <a:t>office</a:t>
            </a:r>
            <a:r>
              <a:rPr lang="de-DE" dirty="0"/>
              <a:t>: 91465 Ergersheim</a:t>
            </a:r>
          </a:p>
          <a:p>
            <a:r>
              <a:rPr lang="de-DE" dirty="0"/>
              <a:t>Company </a:t>
            </a:r>
            <a:r>
              <a:rPr lang="de-DE" dirty="0" err="1"/>
              <a:t>registration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at the </a:t>
            </a:r>
            <a:r>
              <a:rPr lang="de-DE" dirty="0" err="1"/>
              <a:t>Fuerth</a:t>
            </a:r>
            <a:r>
              <a:rPr lang="de-DE" dirty="0"/>
              <a:t> </a:t>
            </a:r>
            <a:r>
              <a:rPr lang="de-DE" dirty="0" err="1"/>
              <a:t>registry</a:t>
            </a:r>
            <a:r>
              <a:rPr lang="de-DE" dirty="0"/>
              <a:t> </a:t>
            </a:r>
            <a:r>
              <a:rPr lang="de-DE" dirty="0" err="1"/>
              <a:t>court</a:t>
            </a:r>
            <a:r>
              <a:rPr lang="de-DE" dirty="0"/>
              <a:t> (Registergericht): HRA 4064 </a:t>
            </a:r>
          </a:p>
          <a:p>
            <a:r>
              <a:rPr lang="de-DE" dirty="0" err="1"/>
              <a:t>Personally</a:t>
            </a:r>
            <a:r>
              <a:rPr lang="de-DE" dirty="0"/>
              <a:t> </a:t>
            </a:r>
            <a:r>
              <a:rPr lang="de-DE" dirty="0" err="1"/>
              <a:t>liable</a:t>
            </a:r>
            <a:r>
              <a:rPr lang="de-DE" dirty="0"/>
              <a:t> </a:t>
            </a:r>
            <a:r>
              <a:rPr lang="de-DE" dirty="0" err="1"/>
              <a:t>partner</a:t>
            </a:r>
            <a:r>
              <a:rPr lang="de-DE" dirty="0"/>
              <a:t>: Lang Verwaltungsgesellschaft mbH. Registered </a:t>
            </a:r>
            <a:r>
              <a:rPr lang="de-DE" dirty="0" err="1"/>
              <a:t>office</a:t>
            </a:r>
            <a:r>
              <a:rPr lang="de-DE" dirty="0"/>
              <a:t>: 90768 </a:t>
            </a:r>
            <a:r>
              <a:rPr lang="de-DE" dirty="0" err="1"/>
              <a:t>Fuerth</a:t>
            </a:r>
            <a:endParaRPr lang="de-DE" dirty="0"/>
          </a:p>
          <a:p>
            <a:r>
              <a:rPr lang="de-DE" dirty="0"/>
              <a:t>Company </a:t>
            </a:r>
            <a:r>
              <a:rPr lang="de-DE" dirty="0" err="1"/>
              <a:t>registration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at the </a:t>
            </a:r>
            <a:r>
              <a:rPr lang="de-DE" dirty="0" err="1"/>
              <a:t>Fuerth</a:t>
            </a:r>
            <a:r>
              <a:rPr lang="de-DE" dirty="0"/>
              <a:t> </a:t>
            </a:r>
            <a:r>
              <a:rPr lang="de-DE" dirty="0" err="1"/>
              <a:t>registry</a:t>
            </a:r>
            <a:r>
              <a:rPr lang="de-DE" dirty="0"/>
              <a:t> </a:t>
            </a:r>
            <a:r>
              <a:rPr lang="de-DE" dirty="0" err="1"/>
              <a:t>court</a:t>
            </a:r>
            <a:r>
              <a:rPr lang="de-DE" dirty="0"/>
              <a:t> (Registergericht): HRB 533</a:t>
            </a:r>
          </a:p>
          <a:p>
            <a:r>
              <a:rPr lang="de-DE" dirty="0"/>
              <a:t>Managing </a:t>
            </a:r>
            <a:r>
              <a:rPr lang="de-DE" dirty="0" err="1"/>
              <a:t>Directors</a:t>
            </a:r>
            <a:r>
              <a:rPr lang="de-DE" dirty="0"/>
              <a:t>: Susanne Lang, Bernd Dehner, Thomas Kolodziej</a:t>
            </a:r>
          </a:p>
          <a:p>
            <a:endParaRPr lang="de-DE" dirty="0"/>
          </a:p>
        </p:txBody>
      </p:sp>
      <p:sp>
        <p:nvSpPr>
          <p:cNvPr id="85" name="Textplatzhalter 84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4" name="Textplatzhalter 83"/>
          <p:cNvSpPr>
            <a:spLocks noGrp="1"/>
          </p:cNvSpPr>
          <p:nvPr>
            <p:ph type="body" sz="quarter" idx="3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/>
              <a:t>Validierung Elektronik</a:t>
            </a: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35"/>
          </p:nvPr>
        </p:nvSpPr>
        <p:spPr/>
        <p:txBody>
          <a:bodyPr>
            <a:normAutofit fontScale="25000" lnSpcReduction="20000"/>
          </a:bodyPr>
          <a:lstStyle/>
          <a:p>
            <a:r>
              <a:rPr lang="de-DE" dirty="0"/>
              <a:t>www.mekra.de</a:t>
            </a:r>
            <a:br>
              <a:rPr lang="de-DE" dirty="0"/>
            </a:br>
            <a:r>
              <a:rPr lang="de-DE" dirty="0"/>
              <a:t>www.mekratronics.de</a:t>
            </a:r>
          </a:p>
          <a:p>
            <a:r>
              <a:rPr lang="de-DE" dirty="0"/>
              <a:t>www.karriere.mekra.de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34"/>
          </p:nvPr>
        </p:nvSpPr>
        <p:spPr/>
        <p:txBody>
          <a:bodyPr>
            <a:normAutofit fontScale="25000" lnSpcReduction="20000"/>
          </a:bodyPr>
          <a:lstStyle/>
          <a:p>
            <a:pPr>
              <a:tabLst>
                <a:tab pos="1559961" algn="l"/>
                <a:tab pos="1991950" algn="l"/>
              </a:tabLst>
            </a:pPr>
            <a:r>
              <a:rPr lang="de-DE" dirty="0"/>
              <a:t>	Tel	+49 9847 989-0</a:t>
            </a:r>
          </a:p>
          <a:p>
            <a:pPr>
              <a:tabLst>
                <a:tab pos="1559961" algn="l"/>
                <a:tab pos="1991950" algn="l"/>
              </a:tabLst>
            </a:pPr>
            <a:r>
              <a:rPr lang="de-DE" dirty="0"/>
              <a:t>	Fax	+49 9847 989-200</a:t>
            </a:r>
          </a:p>
          <a:p>
            <a:endParaRPr lang="de-DE" dirty="0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33"/>
          </p:nvPr>
        </p:nvSpPr>
        <p:spPr/>
        <p:txBody>
          <a:bodyPr>
            <a:normAutofit fontScale="25000" lnSpcReduction="20000"/>
          </a:bodyPr>
          <a:lstStyle/>
          <a:p>
            <a:r>
              <a:rPr lang="de-DE" err="1"/>
              <a:t>Buchheimer Str. 4</a:t>
            </a:r>
            <a:br>
              <a:rPr lang="de-DE" err="1"/>
            </a:br>
            <a:r>
              <a:rPr lang="de-DE" err="1"/>
              <a:t>91465 Ergersheim</a:t>
            </a:r>
          </a:p>
          <a:p>
            <a:endParaRPr lang="de-DE"/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de-DE" dirty="0"/>
              <a:t>MEKRA Lang GmbH &amp; Co. KG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062836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0170116_PP_blanko_ML Germany_neu_en">
  <a:themeElements>
    <a:clrScheme name="Benutzerdefiniert 1">
      <a:dk1>
        <a:srgbClr val="4B4B4B"/>
      </a:dk1>
      <a:lt1>
        <a:srgbClr val="FFFFFF"/>
      </a:lt1>
      <a:dk2>
        <a:srgbClr val="4B4B4B"/>
      </a:dk2>
      <a:lt2>
        <a:srgbClr val="FFFFFF"/>
      </a:lt2>
      <a:accent1>
        <a:srgbClr val="0D3174"/>
      </a:accent1>
      <a:accent2>
        <a:srgbClr val="EA5906"/>
      </a:accent2>
      <a:accent3>
        <a:srgbClr val="4B4B4B"/>
      </a:accent3>
      <a:accent4>
        <a:srgbClr val="AEAEAE"/>
      </a:accent4>
      <a:accent5>
        <a:srgbClr val="A59383"/>
      </a:accent5>
      <a:accent6>
        <a:srgbClr val="8CBE20"/>
      </a:accent6>
      <a:hlink>
        <a:srgbClr val="0D3174"/>
      </a:hlink>
      <a:folHlink>
        <a:srgbClr val="EA5906"/>
      </a:folHlink>
    </a:clrScheme>
    <a:fontScheme name="MEKRA Lang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square" rtlCol="0">
        <a:spAutoFit/>
      </a:bodyPr>
      <a:lstStyle>
        <a:defPPr algn="r">
          <a:defRPr sz="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CD_PPP_template_ML Germany_en.potx" id="{54DCF197-7822-4982-BF6A-0F479D3F4524}" vid="{AA84319A-FEA9-4889-AB2E-D60BC91C896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</Words>
  <Application>Microsoft Office PowerPoint</Application>
  <PresentationFormat>Breitbild</PresentationFormat>
  <Paragraphs>108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20170116_PP_blanko_ML Germany_neu_en</vt:lpstr>
      <vt:lpstr>PowerPoint-Präsentation</vt:lpstr>
      <vt:lpstr>SOW 2</vt:lpstr>
      <vt:lpstr>SOW 2</vt:lpstr>
      <vt:lpstr>SOW 2</vt:lpstr>
      <vt:lpstr>SOW 2</vt:lpstr>
      <vt:lpstr>SOW 2</vt:lpstr>
      <vt:lpstr>SOW 2</vt:lpstr>
      <vt:lpstr>SOW 2</vt:lpstr>
      <vt:lpstr>PowerPoint-Präsentation</vt:lpstr>
    </vt:vector>
  </TitlesOfParts>
  <Company>MEKRA Lang GmbH &amp; Co. KG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Gross, Aaron</dc:creator>
  <cp:lastModifiedBy>Völler, Jonas</cp:lastModifiedBy>
  <cp:revision>37</cp:revision>
  <dcterms:created xsi:type="dcterms:W3CDTF">2025-10-15T05:29:30Z</dcterms:created>
  <dcterms:modified xsi:type="dcterms:W3CDTF">2026-08-14T09:22:05Z</dcterms:modified>
</cp:coreProperties>
</file>